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
  </p:notesMasterIdLst>
  <p:sldIdLst>
    <p:sldId id="256" r:id="rId9"/>
    <p:sldId id="257" r:id="rId8"/>
    <p:sldId id="258" r:id="rId7"/>
    <p:sldId id="259" r:id="rId6"/>
    <p:sldId id="260" r:id="rId5"/>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F8F9"/>
    <a:srgbClr val="F8F8F8"/>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43"/>
    <p:restoredTop sz="94610"/>
  </p:normalViewPr>
  <p:slideViewPr>
    <p:cSldViewPr snapToGrid="0" snapToObjects="1">
      <p:cViewPr varScale="1">
        <p:scale>
          <a:sx n="115" d="100"/>
          <a:sy n="115" d="100"/>
        </p:scale>
        <p:origin x="48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2.xml"/><Relationship Id="rId9" Type="http://schemas.openxmlformats.org/officeDocument/2006/relationships/slide" Target="slides/slide1.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391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Audience: HPC practitioners new to quantum. In three hours you will run code on your own laptop and on an IQM quantum computer through the same standard interface HPC centres use in production, and see why CPUs, GPUs and QPUs need tighter coupling as algorithms mature. Check that everyone ran setup_local.sh.</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agenda. Blocks 1–2 build vocabulary, 3–5 are hands-on, 6–7 look ahead. Block 5 is optional: if time is short, demo it. Breaks after block 3 (10 min) and block 5 (5 min).</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outcomes, one per lab. If anyone cannot run qdmi_demo.py list, pair them with a neighbour now; pairs can share a laptop and a token.</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Block 1, 15 minutes. Credibility and orientation; keep it short, the labs are where people learn.</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IQM is headquartered in Espoo, Finland, with a large Munich presence. Two delivery models: on-prem Radiance for HPC centres and cloud Resonance. The HPC Integration Service launched 12 May 2026 and is built on QDMI, the subject of block 3. LRZ is the production reference, with four IQM systems integrated into an existing HPC environment.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demo, 3 minutes: open resonance.meetiqm.com, show QPU status, calibration data and job history, then Create Token, which everyone needs for Lab 1. Point out mock devices: same API and job flow, zero credits. Tier details are from the Resonance deck; check current pricing before quoting numbers.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Different algorithms prefer different hardware. Crystal: nearest-neighbour square lattice, a native fit for surface-code error correction. Star: a central resonator gives effective all-to-all connectivity, useful for dense QAOA graphs and co-designed simulations. Crystal 54 figures from the Resonance deck (also CLOPS 2550). Crystal 150 was listed for H1 2026 on the roadmap slide; confirm status.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individual-user path, and the first cells of Lab 2. Older Qrisp versions use api_token= instead of token=; the notebook handles both. Emphasise the mock-first habit.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Block 2, 15 minutes. Speak the audience's language: partitions, licences, prolog, shared filesystems.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Map quantum onto concepts the room already has. The QPU is a sampler; every useful algorithm today is hybrid, and the classical side can be substantial, as Lab 3 shows. Licences are Slurm's mechanism for finite shared resources; the MQT playground and IQM's integration schedule QPUs that way.</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QDMI-on-IQM reference picture. Quantum access nodes are ordinary Linux nodes running the compiler and the QDMI device library; the QPU sits behind them, on-prem or in the cloud. Jobs request a QPU with --licenses=&lt;device id&gt;. Classical stages run in compute or gpu partitions and exchange data via the shared filesystem. You build exactly this, in Docker, in Lab 1.</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deployment scenarios from the QDMI-on-IQM paper. Operators can start loose with cloud access and tighten without rewriting user code. The SPANK plugin ships in the QDMI-on-IQM repo under spank/ (GPLv3 because it links Slurm).</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this table in mind all day. The first rows are software and scheduling problems; the last two are hardware integration problems. Lab 1's latency loop prints your own number for the first row.</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Block 3. The heart of the workshop for an HPC audience: standard interfaces are what make accelerators operable.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QDMI comes from the Munich Quantum Software Stack (TUM, LRZ, Munich Quantum Valley). It is a C API so every language can bind to it. Above the waist: anything that compiles, schedules or monitors. Below: one device library per backend. Without it, N SDKs times M vendors integrations; with it, N plus M.</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minimal lifecycle from the QDMI-on-IQM paper. Apart from the IQM_ prefix, the same calls work against any QDMI device. Explicit ownership and error codes make it easy to wrap from C++, Fortran, Rust or Python. In the lab we use MQT Core's Python bindings, which map one-to-one onto these calls.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Condensed from the QDMI-on-IQM paper. Two operational points: queries come from cache, so compilers can call them freely; credentials can come from parameters or environment variables, which is why the same script runs interactively and under sbatch. Prebuilt wheels exist for Linux, macOS and Windows; the C++ library integrates via CMake FetchContent or Spack.</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raw QDMI from Python, opening a device by stable ID. Right: the Qiskit BackendV2 adapter, whose Target (native prx and cz gates, coupling map, fidelities) is built purely from QDMI queries. Switching from local DDSIM to IQM is a change of device ID. IDs depend on the installed iqm-qdmi version, so list them first.</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Lab starts here, 20 minutes. Everyone should reach qdmi_demo.py list within five minutes; those ahead can start the Slurm playground. Common failures: iqm-qdmi missing from the venv (no iqm IDs), token not exported, or an alias the account cannot see.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steps quickly, then let people work. Step 4 is the teaching moment: native gates are prx(theta, phi) with angles in turns plus cz, and the qubit pair comes from the coupling map QDMI returned. Step 5 prints the mean round trip and extrapolates to a 500-job VQE.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during the lab. The playground is maintained by the Munich Quantum Toolkit team; our script adds the IQM device package and licences and copies workshop scripts to /jobs. Slurm exports the submission environment by default, so the token reaches the job. sacct shows the licence as a tracked resource: quantum usage lands in the same accounting as CPU hours.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Block 4. From infrastructure to algorithms, keeping the systems view.</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picture for VQE, QAOA and friends. The quantum node prepares a parameterised state and measures it; the classical node estimates energy or cost and updates parameters. Tie back to Lab 1's latency. Gradient-free optimisers (COBYLA, SPSA) suit noisy hardware; finite-difference gradients waste shots.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Qrisp is IQM's default SDK on Resonance. This is the Grover example from the Qrisp tutorial: solve x² = 0.25. Multiplication, comparison and uncomputation are synthesised for you. The IQM sales deck claims Shor in about 11 lines of Qrisp versus about 500 in Qiskit; present it as IQM's claim and let the lab speak.</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 minutes. The first half mirrors the IQM Academy notebook. The QAOA cell is the hybrid loop: QAOAProblem drives a classical optimiser that submits circuits each step. The last section closes the loop with Lab 1: wrap the QDMI backend as a Qrisp VirtualBackend and the same algorithm runs on DDSIM or IQM through the standard interface.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Pointers rather than a tour; these are what participants reach for after the workshop. Links are on the closing slide.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Block 5, optional. If time is short, run the notebook in inline mode as a 5-minute demo.</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plain-language version. We want linear algebra on a matrix that is, in principle, too large to work with classically. The quantum part shrinks the matrix in a way that should not change the output we are looking for; the classical GPU part does the linear algebra on the smaller matrix. In chemistry terms, the input is the molecule's Hamiltonian, which gives the energy as a function of the electrons' state, and the output is the approximate ground-state energy. The demo uses H₂, which is small enough to check against an exact answer, but nothing in the code is specific to H₂.</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original notebook's figure. The selected subspace S is the shrunken matrix. Noise robustness: bitstrings with the wrong electron number or spin are filtered out. Scaling: the classical side grows with the size of S, so it belongs on GPU nodes; the energy is a variational upper bound on the true ground-state energy.</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pattern from the QDMI-on-IQM paper's QSCI demonstration: the application code stays fixed; only backend strings and the launch method change. The classical stage holds no quantum licence, so the QPU is free while the GPU works. For iterative variants, a heterogeneous Slurm allocation keeps both resources without re-queuing.</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 minutes or a demo. Most participants run inline mode with DDSIM, then flip sample_backend to an IQM mock. Those with a GPU droplet run the single-node Slurm script once. The notebook benchmarks dense eigvalsh versus subspace size on whatever JAX sees, which is where the AMD GPU becomes visible; H₂ itself is far too small to need it.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Block 6, 15 minutes. Use IQM's own research portfolio as the evidence.</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Common thread: a quantum kernel inside a classical outer loop, and the classical part is far from trivial. QC-AFQMC runs hundreds of imaginary-time steps, each needing quantum-derived overlaps. The team also co-designs hardware: nanoscale NMR simulation on a star chip, and fermion-to-qubit encodings with arbitrary code distance for the error-corrected era.</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ghost-Gutzwiller embedding with QSCI as impurity solver; the team's deck notes it as the only converged solution of its kind on hardware. Right: QC-AFQMC for H₈ with error-mitigated data from IQM Emerald, within chemical precision of exact results. The same paper cut the dominant post-processing scaling from about N^5.5 to N^4.5 (an estimated 248× speed-up at 100 orbitals) using JAX. Classical HPC is half the result.</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Fewer shots and iterations mean fewer round trips. But even optimal algorithms iterate, and the classical update grows with system size, so the communication pattern between QPU and HPC decides time to solution.</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bridge to block 7. Ask what each participant's Lab 1 round trip implies for a 500-circuit VQE. That motivates on-prem integration. Standard interfaces like QDMI make the first two steps a configuration change; the third is hardware co-design, a different class of problem.</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Block 7, 15 minutes.</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QEC in one breath: many physical qubits encode one logical qubit; ancilla measurements give syndromes every round; a classical decoder infers errors and the system tracks or corrects them. The decoder is the HPC part, and unlike everything earlier today it has a hard deadline set by physics. Throughput grows with code distance and logical-qubit count.</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Announced 16 March 2026: IQM and Zurich Instruments are building a real-time QEC demonstrator with NVIDIA NVQLink, combining IQM's 20-qubit system, the ZQCS control system and GPU decoding; reported end-to-end latency under 4 microseconds via RDMA over Ethernet. The IQM Academy memory experiment lets participants run a small error-correction experiment themselves. Figure: IQM Garnet square-lattice topology.</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Practical takeaway for operators. Everything in the middle column you saw working today; the right column is the roadmap. QDMI-on-IQM already supports calibration jobs through the job interface, a first step towards calibration as a scheduled operation.</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Summarise in under two minutes, then open the floor.</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Leave this up during Q&amp;A. Replace [repo URL] with where you publish the workshop folder. Encourage people to keep their Resonance accounts and try the IQM Academy QEC memory experiment.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 Id="rId3" Type="http://schemas.openxmlformats.org/officeDocument/2006/relationships/image" Target="../media/image10.png"/><Relationship Id="rId4" Type="http://schemas.openxmlformats.org/officeDocument/2006/relationships/image" Target="../media/image4.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10.png"/><Relationship Id="rId4" Type="http://schemas.openxmlformats.org/officeDocument/2006/relationships/image" Target="../media/image4.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10.png"/><Relationship Id="rId4" Type="http://schemas.openxmlformats.org/officeDocument/2006/relationships/image" Target="../media/image4.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10.png"/><Relationship Id="rId4" Type="http://schemas.openxmlformats.org/officeDocument/2006/relationships/image" Target="../media/image4.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eg"/><Relationship Id="rId3" Type="http://schemas.openxmlformats.org/officeDocument/2006/relationships/image" Target="../media/image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 Id="rId3" Type="http://schemas.openxmlformats.org/officeDocument/2006/relationships/image" Target="../media/image4.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eg"/><Relationship Id="rId3" Type="http://schemas.openxmlformats.org/officeDocument/2006/relationships/image" Target="../media/image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eg"/><Relationship Id="rId3" Type="http://schemas.openxmlformats.org/officeDocument/2006/relationships/image" Target="../media/image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 dark patter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ll event"/>
          <p:cNvSpPr>
            <a:spLocks noGrp="1"/>
          </p:cNvSpPr>
          <p:nvPr>
            <p:ph type="body" idx="100" hasCustomPrompt="1"/>
          </p:nvPr>
        </p:nvSpPr>
        <p:spPr>
          <a:xfrm>
            <a:off x="634594" y="896112"/>
            <a:ext cx="3840480" cy="365760"/>
          </a:xfrm>
          <a:prstGeom prst="roundRect">
            <a:avLst>
              <a:gd name="adj" fmla="val 50000"/>
            </a:avLst>
          </a:prstGeom>
          <a:solidFill>
            <a:srgbClr val="FFFFFF">
              <a:alpha val="16000"/>
            </a:srgbClr>
          </a:solidFill>
          <a:ln>
            <a:noFill/>
          </a:ln>
        </p:spPr>
        <p:txBody>
          <a:bodyPr wrap="square" lIns="0" tIns="0" rIns="0" bIns="0" rtlCol="0" anchor="ctr"/>
          <a:lstStyle>
            <a:lvl1pPr marL="0" indent="0" algn="ctr">
              <a:lnSpc>
                <a:spcPct val="100000"/>
              </a:lnSpc>
              <a:buNone/>
              <a:defRPr lang="en-US" sz="1400" dirty="0">
                <a:solidFill>
                  <a:srgbClr val="FFFFFF"/>
                </a:solidFill>
                <a:latin typeface="Aptos" pitchFamily="34" charset="0"/>
                <a:ea typeface="Aptos" pitchFamily="34" charset="-122"/>
                <a:cs typeface="Aptos" pitchFamily="34" charset="-120"/>
              </a:defRPr>
            </a:lvl1pPr>
          </a:lstStyle>
          <a:p>
            <a:pPr marL="0" indent="0" algn="ctr">
              <a:lnSpc>
                <a:spcPct val="100000"/>
              </a:lnSpc>
              <a:buNone/>
            </a:pPr>
            <a:r>
              <a:rPr lang="en-US" sz="1400" dirty="0">
                <a:solidFill>
                  <a:srgbClr val="FFFFFF"/>
                </a:solidFill>
                <a:latin typeface="Aptos" pitchFamily="34" charset="0"/>
                <a:ea typeface="Aptos" pitchFamily="34" charset="-122"/>
                <a:cs typeface="Aptos" pitchFamily="34" charset="-120"/>
              </a:rPr>
              <a:t>[Event name] · [Date]</a:t>
            </a:r>
            <a:endParaRPr lang="en-US" sz="1400" dirty="0"/>
          </a:p>
        </p:txBody>
      </p:sp>
      <p:sp>
        <p:nvSpPr>
          <p:cNvPr id="3" name="Title"/>
          <p:cNvSpPr>
            <a:spLocks noGrp="1"/>
          </p:cNvSpPr>
          <p:nvPr>
            <p:ph type="title" idx="101" hasCustomPrompt="1"/>
          </p:nvPr>
        </p:nvSpPr>
        <p:spPr>
          <a:xfrm>
            <a:off x="634594" y="1444752"/>
            <a:ext cx="6949440" cy="2651760"/>
          </a:xfrm>
          <a:prstGeom prst="rect">
            <a:avLst/>
          </a:prstGeom>
          <a:noFill/>
          <a:ln/>
        </p:spPr>
        <p:txBody>
          <a:bodyPr wrap="square" lIns="0" tIns="0" rIns="0" bIns="0" rtlCol="0" anchor="t"/>
          <a:lstStyle>
            <a:lvl1pPr marL="0" indent="0" algn="l">
              <a:lnSpc>
                <a:spcPct val="80000"/>
              </a:lnSpc>
              <a:buNone/>
              <a:defRPr lang="en-US" sz="6000" dirty="0">
                <a:solidFill>
                  <a:srgbClr val="FFFFFF"/>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6000" dirty="0">
                <a:solidFill>
                  <a:srgbClr val="FFFFFF"/>
                </a:solidFill>
                <a:latin typeface="Aptos Display" pitchFamily="34" charset="0"/>
                <a:ea typeface="Aptos Display" pitchFamily="34" charset="-122"/>
                <a:cs typeface="Aptos Display" pitchFamily="34" charset="-120"/>
              </a:rPr>
              <a:t>Presentation title</a:t>
            </a:r>
            <a:endParaRPr lang="en-US" sz="6000" dirty="0"/>
          </a:p>
        </p:txBody>
      </p:sp>
      <p:sp>
        <p:nvSpPr>
          <p:cNvPr id="4" name="Presenter"/>
          <p:cNvSpPr>
            <a:spLocks noGrp="1"/>
          </p:cNvSpPr>
          <p:nvPr>
            <p:ph type="body" idx="102" hasCustomPrompt="1"/>
          </p:nvPr>
        </p:nvSpPr>
        <p:spPr>
          <a:xfrm>
            <a:off x="634594" y="4389120"/>
            <a:ext cx="5943600" cy="365760"/>
          </a:xfrm>
          <a:prstGeom prst="rect">
            <a:avLst/>
          </a:prstGeom>
          <a:noFill/>
          <a:ln/>
        </p:spPr>
        <p:txBody>
          <a:bodyPr wrap="square" lIns="0" tIns="0" rIns="0" bIns="0" rtlCol="0" anchor="t"/>
          <a:lstStyle>
            <a:lvl1pPr marL="0" indent="0" algn="l">
              <a:lnSpc>
                <a:spcPct val="80000"/>
              </a:lnSpc>
              <a:buNone/>
              <a:defRPr lang="en-US" sz="2400" dirty="0">
                <a:solidFill>
                  <a:srgbClr val="FFFFFF"/>
                </a:solidFill>
                <a:latin typeface="Aptos" pitchFamily="34" charset="0"/>
                <a:ea typeface="Aptos" pitchFamily="34" charset="-122"/>
                <a:cs typeface="Aptos" pitchFamily="34" charset="-120"/>
              </a:defRPr>
            </a:lvl1pPr>
          </a:lstStyle>
          <a:p>
            <a:pPr marL="0" indent="0" algn="l">
              <a:lnSpc>
                <a:spcPct val="80000"/>
              </a:lnSpc>
              <a:buNone/>
            </a:pPr>
            <a:r>
              <a:rPr lang="en-US" sz="2400" dirty="0">
                <a:solidFill>
                  <a:srgbClr val="FFFFFF"/>
                </a:solidFill>
                <a:latin typeface="Aptos" pitchFamily="34" charset="0"/>
                <a:ea typeface="Aptos" pitchFamily="34" charset="-122"/>
                <a:cs typeface="Aptos" pitchFamily="34" charset="-120"/>
              </a:rPr>
              <a:t>[Name Surname]</a:t>
            </a:r>
            <a:endParaRPr lang="en-US" sz="2400" dirty="0"/>
          </a:p>
        </p:txBody>
      </p:sp>
      <p:sp>
        <p:nvSpPr>
          <p:cNvPr id="5" name="Role"/>
          <p:cNvSpPr>
            <a:spLocks noGrp="1"/>
          </p:cNvSpPr>
          <p:nvPr>
            <p:ph type="body" idx="103" hasCustomPrompt="1"/>
          </p:nvPr>
        </p:nvSpPr>
        <p:spPr>
          <a:xfrm>
            <a:off x="634594" y="4800600"/>
            <a:ext cx="5943600" cy="365760"/>
          </a:xfrm>
          <a:prstGeom prst="rect">
            <a:avLst/>
          </a:prstGeom>
          <a:noFill/>
          <a:ln/>
        </p:spPr>
        <p:txBody>
          <a:bodyPr wrap="square" lIns="0" tIns="0" rIns="0" bIns="0" rtlCol="0" anchor="t"/>
          <a:lstStyle>
            <a:lvl1pPr marL="0" indent="0" algn="l">
              <a:lnSpc>
                <a:spcPct val="80000"/>
              </a:lnSpc>
              <a:buNone/>
              <a:defRPr lang="en-US" sz="1800" dirty="0">
                <a:solidFill>
                  <a:srgbClr val="69DED7"/>
                </a:solidFill>
                <a:latin typeface="Aptos" pitchFamily="34" charset="0"/>
                <a:ea typeface="Aptos" pitchFamily="34" charset="-122"/>
                <a:cs typeface="Aptos" pitchFamily="34" charset="-120"/>
              </a:defRPr>
            </a:lvl1pPr>
          </a:lstStyle>
          <a:p>
            <a:pPr marL="0" indent="0" algn="l">
              <a:lnSpc>
                <a:spcPct val="80000"/>
              </a:lnSpc>
              <a:buNone/>
            </a:pPr>
            <a:r>
              <a:rPr lang="en-US" sz="1800" dirty="0">
                <a:solidFill>
                  <a:srgbClr val="69DED7"/>
                </a:solidFill>
                <a:latin typeface="Aptos" pitchFamily="34" charset="0"/>
                <a:ea typeface="Aptos" pitchFamily="34" charset="-122"/>
                <a:cs typeface="Aptos" pitchFamily="34" charset="-120"/>
              </a:rPr>
              <a:t>[Title], IQM</a:t>
            </a:r>
            <a:endParaRPr lang="en-US" sz="1800" dirty="0"/>
          </a:p>
        </p:txBody>
      </p:sp>
      <p:pic>
        <p:nvPicPr>
          <p:cNvPr id="6" name="Image 0" descr="assets/logo_white.png"/>
          <p:cNvPicPr>
            <a:picLocks noChangeAspect="1"/>
          </p:cNvPicPr>
          <p:nvPr/>
        </p:nvPicPr>
        <p:blipFill>
          <a:blip r:embed="rId3"/>
          <a:stretch>
            <a:fillRect/>
          </a:stretch>
        </p:blipFill>
        <p:spPr>
          <a:xfrm>
            <a:off x="634594" y="6233465"/>
            <a:ext cx="636422" cy="225857"/>
          </a:xfrm>
          <a:prstGeom prst="rect">
            <a:avLst/>
          </a:prstGeom>
        </p:spPr>
      </p:pic>
      <p:sp>
        <p:nvSpPr>
          <p:cNvPr id="7"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FFFFFF"/>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FFFFFF"/>
                </a:solidFill>
                <a:latin typeface="Aptos" pitchFamily="34" charset="0"/>
                <a:ea typeface="Aptos" pitchFamily="34" charset="-122"/>
                <a:cs typeface="Aptos" pitchFamily="34" charset="-120"/>
              </a:rPr>
              <a:t>Delivered.</a:t>
            </a:r>
            <a:endParaRPr lang="en-US" sz="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 light patter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ll event"/>
          <p:cNvSpPr>
            <a:spLocks noGrp="1"/>
          </p:cNvSpPr>
          <p:nvPr>
            <p:ph type="body" idx="100" hasCustomPrompt="1"/>
          </p:nvPr>
        </p:nvSpPr>
        <p:spPr>
          <a:xfrm>
            <a:off x="634594" y="2514600"/>
            <a:ext cx="3108960" cy="365760"/>
          </a:xfrm>
          <a:prstGeom prst="roundRect">
            <a:avLst>
              <a:gd name="adj" fmla="val 50000"/>
            </a:avLst>
          </a:prstGeom>
          <a:solidFill>
            <a:srgbClr val="060E1D"/>
          </a:solidFill>
          <a:ln>
            <a:noFill/>
          </a:ln>
        </p:spPr>
        <p:txBody>
          <a:bodyPr wrap="square" lIns="0" tIns="0" rIns="0" bIns="0" rtlCol="0" anchor="ctr"/>
          <a:lstStyle>
            <a:lvl1pPr marL="0" indent="0" algn="ctr">
              <a:lnSpc>
                <a:spcPct val="100000"/>
              </a:lnSpc>
              <a:buNone/>
              <a:defRPr lang="en-US" sz="1400" dirty="0">
                <a:solidFill>
                  <a:srgbClr val="FFFFFF"/>
                </a:solidFill>
                <a:latin typeface="Aptos" pitchFamily="34" charset="0"/>
                <a:ea typeface="Aptos" pitchFamily="34" charset="-122"/>
                <a:cs typeface="Aptos" pitchFamily="34" charset="-120"/>
              </a:defRPr>
            </a:lvl1pPr>
          </a:lstStyle>
          <a:p>
            <a:pPr marL="0" indent="0" algn="ctr">
              <a:lnSpc>
                <a:spcPct val="100000"/>
              </a:lnSpc>
              <a:buNone/>
            </a:pPr>
            <a:r>
              <a:rPr lang="en-US" sz="1400" dirty="0">
                <a:solidFill>
                  <a:srgbClr val="FFFFFF"/>
                </a:solidFill>
                <a:latin typeface="Aptos" pitchFamily="34" charset="0"/>
                <a:ea typeface="Aptos" pitchFamily="34" charset="-122"/>
                <a:cs typeface="Aptos" pitchFamily="34" charset="-120"/>
              </a:rPr>
              <a:t>[Event name] · [Date]</a:t>
            </a:r>
            <a:endParaRPr lang="en-US" sz="1400" dirty="0"/>
          </a:p>
        </p:txBody>
      </p:sp>
      <p:sp>
        <p:nvSpPr>
          <p:cNvPr id="3" name="Title"/>
          <p:cNvSpPr>
            <a:spLocks noGrp="1"/>
          </p:cNvSpPr>
          <p:nvPr>
            <p:ph type="title" idx="101" hasCustomPrompt="1"/>
          </p:nvPr>
        </p:nvSpPr>
        <p:spPr>
          <a:xfrm>
            <a:off x="634594" y="3063240"/>
            <a:ext cx="9601200" cy="1371600"/>
          </a:xfrm>
          <a:prstGeom prst="rect">
            <a:avLst/>
          </a:prstGeom>
          <a:noFill/>
          <a:ln/>
        </p:spPr>
        <p:txBody>
          <a:bodyPr wrap="square" lIns="0" tIns="0" rIns="0" bIns="0" rtlCol="0" anchor="t"/>
          <a:lstStyle>
            <a:lvl1pPr marL="0" indent="0" algn="l">
              <a:lnSpc>
                <a:spcPct val="80000"/>
              </a:lnSpc>
              <a:buNone/>
              <a:defRPr lang="en-US" sz="60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6000" dirty="0">
                <a:solidFill>
                  <a:srgbClr val="060E1D"/>
                </a:solidFill>
                <a:latin typeface="Aptos Display" pitchFamily="34" charset="0"/>
                <a:ea typeface="Aptos Display" pitchFamily="34" charset="-122"/>
                <a:cs typeface="Aptos Display" pitchFamily="34" charset="-120"/>
              </a:rPr>
              <a:t>Presentation title</a:t>
            </a:r>
            <a:endParaRPr lang="en-US" sz="6000" dirty="0"/>
          </a:p>
        </p:txBody>
      </p:sp>
      <p:sp>
        <p:nvSpPr>
          <p:cNvPr id="4" name="Subtitle"/>
          <p:cNvSpPr>
            <a:spLocks noGrp="1"/>
          </p:cNvSpPr>
          <p:nvPr>
            <p:ph type="body" idx="102" hasCustomPrompt="1"/>
          </p:nvPr>
        </p:nvSpPr>
        <p:spPr>
          <a:xfrm>
            <a:off x="634594" y="4526280"/>
            <a:ext cx="8229600" cy="411480"/>
          </a:xfrm>
          <a:prstGeom prst="rect">
            <a:avLst/>
          </a:prstGeom>
          <a:noFill/>
          <a:ln/>
        </p:spPr>
        <p:txBody>
          <a:bodyPr wrap="square" lIns="0" tIns="0" rIns="0" bIns="0" rtlCol="0" anchor="t"/>
          <a:lstStyle>
            <a:lvl1pPr marL="0" indent="0" algn="l">
              <a:lnSpc>
                <a:spcPct val="80000"/>
              </a:lnSpc>
              <a:buNone/>
              <a:defRPr lang="en-US" sz="20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2000" dirty="0">
                <a:solidFill>
                  <a:srgbClr val="5B6472"/>
                </a:solidFill>
                <a:latin typeface="Aptos" pitchFamily="34" charset="0"/>
                <a:ea typeface="Aptos" pitchFamily="34" charset="-122"/>
                <a:cs typeface="Aptos" pitchFamily="34" charset="-120"/>
              </a:rPr>
              <a:t>Subtitle or one-line summary</a:t>
            </a:r>
            <a:endParaRPr lang="en-US" sz="2000" dirty="0"/>
          </a:p>
        </p:txBody>
      </p:sp>
      <p:sp>
        <p:nvSpPr>
          <p:cNvPr id="5" name="Presenter"/>
          <p:cNvSpPr>
            <a:spLocks noGrp="1"/>
          </p:cNvSpPr>
          <p:nvPr>
            <p:ph type="body" idx="103" hasCustomPrompt="1"/>
          </p:nvPr>
        </p:nvSpPr>
        <p:spPr>
          <a:xfrm>
            <a:off x="634594" y="5120640"/>
            <a:ext cx="5486400" cy="32004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[Name Surname] · [Title]</a:t>
            </a:r>
            <a:endParaRPr lang="en-US" sz="1800" dirty="0"/>
          </a:p>
        </p:txBody>
      </p:sp>
      <p:pic>
        <p:nvPicPr>
          <p:cNvPr id="6" name="Image 0" descr="assets/logo_dark.png"/>
          <p:cNvPicPr>
            <a:picLocks noChangeAspect="1"/>
          </p:cNvPicPr>
          <p:nvPr/>
        </p:nvPicPr>
        <p:blipFill>
          <a:blip r:embed="rId3"/>
          <a:stretch>
            <a:fillRect/>
          </a:stretch>
        </p:blipFill>
        <p:spPr>
          <a:xfrm>
            <a:off x="634594" y="6233465"/>
            <a:ext cx="636422" cy="225857"/>
          </a:xfrm>
          <a:prstGeom prst="rect">
            <a:avLst/>
          </a:prstGeom>
        </p:spPr>
      </p:pic>
      <p:sp>
        <p:nvSpPr>
          <p:cNvPr id="7"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 produc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ll event"/>
          <p:cNvSpPr>
            <a:spLocks noGrp="1"/>
          </p:cNvSpPr>
          <p:nvPr>
            <p:ph type="body" idx="100" hasCustomPrompt="1"/>
          </p:nvPr>
        </p:nvSpPr>
        <p:spPr>
          <a:xfrm>
            <a:off x="634594" y="896112"/>
            <a:ext cx="3108960" cy="365760"/>
          </a:xfrm>
          <a:prstGeom prst="roundRect">
            <a:avLst>
              <a:gd name="adj" fmla="val 50000"/>
            </a:avLst>
          </a:prstGeom>
          <a:solidFill>
            <a:srgbClr val="060E1D"/>
          </a:solidFill>
          <a:ln>
            <a:noFill/>
          </a:ln>
        </p:spPr>
        <p:txBody>
          <a:bodyPr wrap="square" lIns="0" tIns="0" rIns="0" bIns="0" rtlCol="0" anchor="ctr"/>
          <a:lstStyle>
            <a:lvl1pPr marL="0" indent="0" algn="ctr">
              <a:lnSpc>
                <a:spcPct val="100000"/>
              </a:lnSpc>
              <a:buNone/>
              <a:defRPr lang="en-US" sz="1400" dirty="0">
                <a:solidFill>
                  <a:srgbClr val="FFFFFF"/>
                </a:solidFill>
                <a:latin typeface="Aptos" pitchFamily="34" charset="0"/>
                <a:ea typeface="Aptos" pitchFamily="34" charset="-122"/>
                <a:cs typeface="Aptos" pitchFamily="34" charset="-120"/>
              </a:defRPr>
            </a:lvl1pPr>
          </a:lstStyle>
          <a:p>
            <a:pPr marL="0" indent="0" algn="ctr">
              <a:lnSpc>
                <a:spcPct val="100000"/>
              </a:lnSpc>
              <a:buNone/>
            </a:pPr>
            <a:r>
              <a:rPr lang="en-US" sz="1400" dirty="0">
                <a:solidFill>
                  <a:srgbClr val="FFFFFF"/>
                </a:solidFill>
                <a:latin typeface="Aptos" pitchFamily="34" charset="0"/>
                <a:ea typeface="Aptos" pitchFamily="34" charset="-122"/>
                <a:cs typeface="Aptos" pitchFamily="34" charset="-120"/>
              </a:rPr>
              <a:t>[Event name] · [Date]</a:t>
            </a:r>
            <a:endParaRPr lang="en-US" sz="1400" dirty="0"/>
          </a:p>
        </p:txBody>
      </p:sp>
      <p:sp>
        <p:nvSpPr>
          <p:cNvPr id="3" name="Title"/>
          <p:cNvSpPr>
            <a:spLocks noGrp="1"/>
          </p:cNvSpPr>
          <p:nvPr>
            <p:ph type="title" idx="101" hasCustomPrompt="1"/>
          </p:nvPr>
        </p:nvSpPr>
        <p:spPr>
          <a:xfrm>
            <a:off x="634594" y="1444752"/>
            <a:ext cx="6309360" cy="2103120"/>
          </a:xfrm>
          <a:prstGeom prst="rect">
            <a:avLst/>
          </a:prstGeom>
          <a:noFill/>
          <a:ln/>
        </p:spPr>
        <p:txBody>
          <a:bodyPr wrap="square" lIns="0" tIns="0" rIns="0" bIns="0" rtlCol="0" anchor="t"/>
          <a:lstStyle>
            <a:lvl1pPr marL="0" indent="0" algn="l">
              <a:lnSpc>
                <a:spcPct val="80000"/>
              </a:lnSpc>
              <a:buNone/>
              <a:defRPr lang="en-US" sz="60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6000" dirty="0">
                <a:solidFill>
                  <a:srgbClr val="060E1D"/>
                </a:solidFill>
                <a:latin typeface="Aptos Display" pitchFamily="34" charset="0"/>
                <a:ea typeface="Aptos Display" pitchFamily="34" charset="-122"/>
                <a:cs typeface="Aptos Display" pitchFamily="34" charset="-120"/>
              </a:rPr>
              <a:t>Presentation title</a:t>
            </a:r>
            <a:endParaRPr lang="en-US" sz="6000" dirty="0"/>
          </a:p>
        </p:txBody>
      </p:sp>
      <p:sp>
        <p:nvSpPr>
          <p:cNvPr id="4" name="Subtitle"/>
          <p:cNvSpPr>
            <a:spLocks noGrp="1"/>
          </p:cNvSpPr>
          <p:nvPr>
            <p:ph type="body" idx="102" hasCustomPrompt="1"/>
          </p:nvPr>
        </p:nvSpPr>
        <p:spPr>
          <a:xfrm>
            <a:off x="634594" y="3657600"/>
            <a:ext cx="5669280" cy="731520"/>
          </a:xfrm>
          <a:prstGeom prst="rect">
            <a:avLst/>
          </a:prstGeom>
          <a:noFill/>
          <a:ln/>
        </p:spPr>
        <p:txBody>
          <a:bodyPr wrap="square" lIns="0" tIns="0" rIns="0" bIns="0" rtlCol="0" anchor="t"/>
          <a:lstStyle>
            <a:lvl1pPr marL="0" indent="0" algn="l">
              <a:lnSpc>
                <a:spcPct val="80000"/>
              </a:lnSpc>
              <a:buNone/>
              <a:defRPr lang="en-US" sz="20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2000" dirty="0">
                <a:solidFill>
                  <a:srgbClr val="5B6472"/>
                </a:solidFill>
                <a:latin typeface="Aptos" pitchFamily="34" charset="0"/>
                <a:ea typeface="Aptos" pitchFamily="34" charset="-122"/>
                <a:cs typeface="Aptos" pitchFamily="34" charset="-120"/>
              </a:rPr>
              <a:t>Subtitle or one-line summary</a:t>
            </a:r>
            <a:endParaRPr lang="en-US" sz="2000" dirty="0"/>
          </a:p>
        </p:txBody>
      </p:sp>
      <p:sp>
        <p:nvSpPr>
          <p:cNvPr id="5" name="Presenter"/>
          <p:cNvSpPr>
            <a:spLocks noGrp="1"/>
          </p:cNvSpPr>
          <p:nvPr>
            <p:ph type="body" idx="103" hasCustomPrompt="1"/>
          </p:nvPr>
        </p:nvSpPr>
        <p:spPr>
          <a:xfrm>
            <a:off x="634594" y="4572000"/>
            <a:ext cx="5486400" cy="32004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[Name Surname] · [Title]</a:t>
            </a:r>
            <a:endParaRPr lang="en-US" sz="1800" dirty="0"/>
          </a:p>
        </p:txBody>
      </p:sp>
      <p:pic>
        <p:nvPicPr>
          <p:cNvPr id="6" name="Image 0" descr="assets/logo_dark.png"/>
          <p:cNvPicPr>
            <a:picLocks noChangeAspect="1"/>
          </p:cNvPicPr>
          <p:nvPr/>
        </p:nvPicPr>
        <p:blipFill>
          <a:blip r:embed="rId3"/>
          <a:stretch>
            <a:fillRect/>
          </a:stretch>
        </p:blipFill>
        <p:spPr>
          <a:xfrm>
            <a:off x="634594" y="6233465"/>
            <a:ext cx="636422" cy="225857"/>
          </a:xfrm>
          <a:prstGeom prst="rect">
            <a:avLst/>
          </a:prstGeom>
        </p:spPr>
      </p:pic>
      <p:sp>
        <p:nvSpPr>
          <p:cNvPr id="7"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 photo">
    <p:bg>
      <p:bgPr>
        <a:solidFill>
          <a:srgbClr val="FFFFFF"/>
        </a:solidFill>
        <a:effectLst/>
      </p:bgPr>
    </p:bg>
    <p:spTree>
      <p:nvGrpSpPr>
        <p:cNvPr id="1" name=""/>
        <p:cNvGrpSpPr/>
        <p:nvPr/>
      </p:nvGrpSpPr>
      <p:grpSpPr>
        <a:xfrm>
          <a:off x="0" y="0"/>
          <a:ext cx="0" cy="0"/>
          <a:chOff x="0" y="0"/>
          <a:chExt cx="0" cy="0"/>
        </a:xfrm>
      </p:grpSpPr>
      <p:sp>
        <p:nvSpPr>
          <p:cNvPr id="2" name="Photo"/>
          <p:cNvSpPr>
            <a:spLocks noGrp="1"/>
          </p:cNvSpPr>
          <p:nvPr>
            <p:ph type="pic" idx="100" hasCustomPrompt="1"/>
          </p:nvPr>
        </p:nvSpPr>
        <p:spPr>
          <a:xfrm>
            <a:off x="6096305" y="0"/>
            <a:ext cx="6095390"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3" name="Pill event"/>
          <p:cNvSpPr>
            <a:spLocks noGrp="1"/>
          </p:cNvSpPr>
          <p:nvPr>
            <p:ph type="body" idx="101" hasCustomPrompt="1"/>
          </p:nvPr>
        </p:nvSpPr>
        <p:spPr>
          <a:xfrm>
            <a:off x="634594" y="896112"/>
            <a:ext cx="2926080" cy="365760"/>
          </a:xfrm>
          <a:prstGeom prst="roundRect">
            <a:avLst>
              <a:gd name="adj" fmla="val 50000"/>
            </a:avLst>
          </a:prstGeom>
          <a:solidFill>
            <a:srgbClr val="69DED7"/>
          </a:solidFill>
          <a:ln>
            <a:noFill/>
          </a:ln>
        </p:spPr>
        <p:txBody>
          <a:bodyPr wrap="square" lIns="0" tIns="0" rIns="0" bIns="0" rtlCol="0" anchor="ctr"/>
          <a:lstStyle>
            <a:lvl1pPr marL="0" indent="0" algn="ctr">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ctr">
              <a:lnSpc>
                <a:spcPct val="100000"/>
              </a:lnSpc>
              <a:buNone/>
            </a:pPr>
            <a:r>
              <a:rPr lang="en-US" sz="1400" dirty="0">
                <a:solidFill>
                  <a:srgbClr val="060E1D"/>
                </a:solidFill>
                <a:latin typeface="Aptos" pitchFamily="34" charset="0"/>
                <a:ea typeface="Aptos" pitchFamily="34" charset="-122"/>
                <a:cs typeface="Aptos" pitchFamily="34" charset="-120"/>
              </a:rPr>
              <a:t>[Event name] · [Date]</a:t>
            </a:r>
            <a:endParaRPr lang="en-US" sz="1400" dirty="0"/>
          </a:p>
        </p:txBody>
      </p:sp>
      <p:sp>
        <p:nvSpPr>
          <p:cNvPr id="4" name="Title"/>
          <p:cNvSpPr>
            <a:spLocks noGrp="1"/>
          </p:cNvSpPr>
          <p:nvPr>
            <p:ph type="title" idx="102" hasCustomPrompt="1"/>
          </p:nvPr>
        </p:nvSpPr>
        <p:spPr>
          <a:xfrm>
            <a:off x="634594" y="1444752"/>
            <a:ext cx="5120640" cy="2103120"/>
          </a:xfrm>
          <a:prstGeom prst="rect">
            <a:avLst/>
          </a:prstGeom>
          <a:noFill/>
          <a:ln/>
        </p:spPr>
        <p:txBody>
          <a:bodyPr wrap="square" lIns="0" tIns="0" rIns="0" bIns="0" rtlCol="0" anchor="t"/>
          <a:lstStyle>
            <a:lvl1pPr marL="0" indent="0" algn="l">
              <a:lnSpc>
                <a:spcPct val="80000"/>
              </a:lnSpc>
              <a:buNone/>
              <a:defRPr lang="en-US" sz="5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5400" dirty="0">
                <a:solidFill>
                  <a:srgbClr val="060E1D"/>
                </a:solidFill>
                <a:latin typeface="Aptos Display" pitchFamily="34" charset="0"/>
                <a:ea typeface="Aptos Display" pitchFamily="34" charset="-122"/>
                <a:cs typeface="Aptos Display" pitchFamily="34" charset="-120"/>
              </a:rPr>
              <a:t>Presentation title</a:t>
            </a:r>
            <a:endParaRPr lang="en-US" sz="5400" dirty="0"/>
          </a:p>
        </p:txBody>
      </p:sp>
      <p:sp>
        <p:nvSpPr>
          <p:cNvPr id="5" name="Subtitle"/>
          <p:cNvSpPr>
            <a:spLocks noGrp="1"/>
          </p:cNvSpPr>
          <p:nvPr>
            <p:ph type="body" idx="103" hasCustomPrompt="1"/>
          </p:nvPr>
        </p:nvSpPr>
        <p:spPr>
          <a:xfrm>
            <a:off x="634594" y="3657600"/>
            <a:ext cx="4937760" cy="731520"/>
          </a:xfrm>
          <a:prstGeom prst="rect">
            <a:avLst/>
          </a:prstGeom>
          <a:noFill/>
          <a:ln/>
        </p:spPr>
        <p:txBody>
          <a:bodyPr wrap="square" lIns="0" tIns="0" rIns="0" bIns="0" rtlCol="0" anchor="t"/>
          <a:lstStyle>
            <a:lvl1pPr marL="0" indent="0" algn="l">
              <a:lnSpc>
                <a:spcPct val="80000"/>
              </a:lnSpc>
              <a:buNone/>
              <a:defRPr lang="en-US" sz="20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2000" dirty="0">
                <a:solidFill>
                  <a:srgbClr val="5B6472"/>
                </a:solidFill>
                <a:latin typeface="Aptos" pitchFamily="34" charset="0"/>
                <a:ea typeface="Aptos" pitchFamily="34" charset="-122"/>
                <a:cs typeface="Aptos" pitchFamily="34" charset="-120"/>
              </a:rPr>
              <a:t>Subtitle or one-line summary</a:t>
            </a:r>
            <a:endParaRPr lang="en-US" sz="2000" dirty="0"/>
          </a:p>
        </p:txBody>
      </p:sp>
      <p:sp>
        <p:nvSpPr>
          <p:cNvPr id="6" name="Presenter"/>
          <p:cNvSpPr>
            <a:spLocks noGrp="1"/>
          </p:cNvSpPr>
          <p:nvPr>
            <p:ph type="body" idx="104" hasCustomPrompt="1"/>
          </p:nvPr>
        </p:nvSpPr>
        <p:spPr>
          <a:xfrm>
            <a:off x="634594" y="4572000"/>
            <a:ext cx="4937760" cy="32004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[Name Surname] · [Title]</a:t>
            </a:r>
            <a:endParaRPr lang="en-US" sz="1800" dirty="0"/>
          </a:p>
        </p:txBody>
      </p:sp>
      <p:pic>
        <p:nvPicPr>
          <p:cNvPr id="7"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8"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 patter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6217920"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Agenda</a:t>
            </a:r>
            <a:endParaRPr lang="en-US" sz="4400" dirty="0"/>
          </a:p>
        </p:txBody>
      </p:sp>
      <p:sp>
        <p:nvSpPr>
          <p:cNvPr id="3" name="Agenda num 1"/>
          <p:cNvSpPr>
            <a:spLocks noGrp="1"/>
          </p:cNvSpPr>
          <p:nvPr>
            <p:ph type="body" idx="101" hasCustomPrompt="1"/>
          </p:nvPr>
        </p:nvSpPr>
        <p:spPr>
          <a:xfrm>
            <a:off x="634594" y="1691640"/>
            <a:ext cx="914400" cy="502920"/>
          </a:xfrm>
          <a:prstGeom prst="rect">
            <a:avLst/>
          </a:prstGeom>
          <a:noFill/>
          <a:ln/>
        </p:spPr>
        <p:txBody>
          <a:bodyPr wrap="square" lIns="0" tIns="0" rIns="0" bIns="0" rtlCol="0" anchor="ctr"/>
          <a:lstStyle>
            <a:lvl1pPr marL="0" indent="0" algn="l">
              <a:lnSpc>
                <a:spcPct val="80000"/>
              </a:lnSpc>
              <a:buNone/>
              <a:defRPr lang="en-US" sz="32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32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01</a:t>
            </a:r>
            <a:endParaRPr lang="en-US" sz="3200" dirty="0"/>
          </a:p>
        </p:txBody>
      </p:sp>
      <p:sp>
        <p:nvSpPr>
          <p:cNvPr id="4" name="Agenda item 1"/>
          <p:cNvSpPr>
            <a:spLocks noGrp="1"/>
          </p:cNvSpPr>
          <p:nvPr>
            <p:ph type="body" idx="102" hasCustomPrompt="1"/>
          </p:nvPr>
        </p:nvSpPr>
        <p:spPr>
          <a:xfrm>
            <a:off x="1686154" y="1691640"/>
            <a:ext cx="4937760" cy="502920"/>
          </a:xfrm>
          <a:prstGeom prst="rect">
            <a:avLst/>
          </a:prstGeom>
          <a:noFill/>
          <a:ln/>
        </p:spPr>
        <p:txBody>
          <a:bodyPr wrap="square" lIns="0" tIns="0" rIns="0" bIns="0" rtlCol="0" anchor="ctr"/>
          <a:lstStyle>
            <a:lvl1pPr marL="0" indent="0" algn="l">
              <a:lnSpc>
                <a:spcPct val="80000"/>
              </a:lnSpc>
              <a:buNone/>
              <a:defRPr lang="en-US" sz="20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2000" dirty="0">
                <a:solidFill>
                  <a:srgbClr val="060E1D"/>
                </a:solidFill>
                <a:latin typeface="Aptos" pitchFamily="34" charset="0"/>
                <a:ea typeface="Aptos" pitchFamily="34" charset="-122"/>
                <a:cs typeface="Aptos" pitchFamily="34" charset="-120"/>
              </a:rPr>
              <a:t>Agenda item</a:t>
            </a:r>
            <a:endParaRPr lang="en-US" sz="2000" dirty="0"/>
          </a:p>
        </p:txBody>
      </p:sp>
      <p:sp>
        <p:nvSpPr>
          <p:cNvPr id="5" name="Agenda num 2"/>
          <p:cNvSpPr>
            <a:spLocks noGrp="1"/>
          </p:cNvSpPr>
          <p:nvPr>
            <p:ph type="body" idx="103" hasCustomPrompt="1"/>
          </p:nvPr>
        </p:nvSpPr>
        <p:spPr>
          <a:xfrm>
            <a:off x="634594" y="2459736"/>
            <a:ext cx="914400" cy="502920"/>
          </a:xfrm>
          <a:prstGeom prst="rect">
            <a:avLst/>
          </a:prstGeom>
          <a:noFill/>
          <a:ln/>
        </p:spPr>
        <p:txBody>
          <a:bodyPr wrap="square" lIns="0" tIns="0" rIns="0" bIns="0" rtlCol="0" anchor="ctr"/>
          <a:lstStyle>
            <a:lvl1pPr marL="0" indent="0" algn="l">
              <a:lnSpc>
                <a:spcPct val="80000"/>
              </a:lnSpc>
              <a:buNone/>
              <a:defRPr lang="en-US" sz="32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32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02</a:t>
            </a:r>
            <a:endParaRPr lang="en-US" sz="3200" dirty="0"/>
          </a:p>
        </p:txBody>
      </p:sp>
      <p:sp>
        <p:nvSpPr>
          <p:cNvPr id="6" name="Agenda item 2"/>
          <p:cNvSpPr>
            <a:spLocks noGrp="1"/>
          </p:cNvSpPr>
          <p:nvPr>
            <p:ph type="body" idx="104" hasCustomPrompt="1"/>
          </p:nvPr>
        </p:nvSpPr>
        <p:spPr>
          <a:xfrm>
            <a:off x="1686154" y="2459736"/>
            <a:ext cx="4937760" cy="502920"/>
          </a:xfrm>
          <a:prstGeom prst="rect">
            <a:avLst/>
          </a:prstGeom>
          <a:noFill/>
          <a:ln/>
        </p:spPr>
        <p:txBody>
          <a:bodyPr wrap="square" lIns="0" tIns="0" rIns="0" bIns="0" rtlCol="0" anchor="ctr"/>
          <a:lstStyle>
            <a:lvl1pPr marL="0" indent="0" algn="l">
              <a:lnSpc>
                <a:spcPct val="80000"/>
              </a:lnSpc>
              <a:buNone/>
              <a:defRPr lang="en-US" sz="20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2000" dirty="0">
                <a:solidFill>
                  <a:srgbClr val="060E1D"/>
                </a:solidFill>
                <a:latin typeface="Aptos" pitchFamily="34" charset="0"/>
                <a:ea typeface="Aptos" pitchFamily="34" charset="-122"/>
                <a:cs typeface="Aptos" pitchFamily="34" charset="-120"/>
              </a:rPr>
              <a:t>Agenda item</a:t>
            </a:r>
            <a:endParaRPr lang="en-US" sz="2000" dirty="0"/>
          </a:p>
        </p:txBody>
      </p:sp>
      <p:sp>
        <p:nvSpPr>
          <p:cNvPr id="7" name="Agenda num 3"/>
          <p:cNvSpPr>
            <a:spLocks noGrp="1"/>
          </p:cNvSpPr>
          <p:nvPr>
            <p:ph type="body" idx="105" hasCustomPrompt="1"/>
          </p:nvPr>
        </p:nvSpPr>
        <p:spPr>
          <a:xfrm>
            <a:off x="634594" y="3227832"/>
            <a:ext cx="914400" cy="502920"/>
          </a:xfrm>
          <a:prstGeom prst="rect">
            <a:avLst/>
          </a:prstGeom>
          <a:noFill/>
          <a:ln/>
        </p:spPr>
        <p:txBody>
          <a:bodyPr wrap="square" lIns="0" tIns="0" rIns="0" bIns="0" rtlCol="0" anchor="ctr"/>
          <a:lstStyle>
            <a:lvl1pPr marL="0" indent="0" algn="l">
              <a:lnSpc>
                <a:spcPct val="80000"/>
              </a:lnSpc>
              <a:buNone/>
              <a:defRPr lang="en-US" sz="32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32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03</a:t>
            </a:r>
            <a:endParaRPr lang="en-US" sz="3200" dirty="0"/>
          </a:p>
        </p:txBody>
      </p:sp>
      <p:sp>
        <p:nvSpPr>
          <p:cNvPr id="8" name="Agenda item 3"/>
          <p:cNvSpPr>
            <a:spLocks noGrp="1"/>
          </p:cNvSpPr>
          <p:nvPr>
            <p:ph type="body" idx="106" hasCustomPrompt="1"/>
          </p:nvPr>
        </p:nvSpPr>
        <p:spPr>
          <a:xfrm>
            <a:off x="1686154" y="3227832"/>
            <a:ext cx="4937760" cy="502920"/>
          </a:xfrm>
          <a:prstGeom prst="rect">
            <a:avLst/>
          </a:prstGeom>
          <a:noFill/>
          <a:ln/>
        </p:spPr>
        <p:txBody>
          <a:bodyPr wrap="square" lIns="0" tIns="0" rIns="0" bIns="0" rtlCol="0" anchor="ctr"/>
          <a:lstStyle>
            <a:lvl1pPr marL="0" indent="0" algn="l">
              <a:lnSpc>
                <a:spcPct val="80000"/>
              </a:lnSpc>
              <a:buNone/>
              <a:defRPr lang="en-US" sz="20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2000" dirty="0">
                <a:solidFill>
                  <a:srgbClr val="060E1D"/>
                </a:solidFill>
                <a:latin typeface="Aptos" pitchFamily="34" charset="0"/>
                <a:ea typeface="Aptos" pitchFamily="34" charset="-122"/>
                <a:cs typeface="Aptos" pitchFamily="34" charset="-120"/>
              </a:rPr>
              <a:t>Agenda item</a:t>
            </a:r>
            <a:endParaRPr lang="en-US" sz="2000" dirty="0"/>
          </a:p>
        </p:txBody>
      </p:sp>
      <p:sp>
        <p:nvSpPr>
          <p:cNvPr id="9" name="Agenda num 4"/>
          <p:cNvSpPr>
            <a:spLocks noGrp="1"/>
          </p:cNvSpPr>
          <p:nvPr>
            <p:ph type="body" idx="107" hasCustomPrompt="1"/>
          </p:nvPr>
        </p:nvSpPr>
        <p:spPr>
          <a:xfrm>
            <a:off x="634594" y="3995928"/>
            <a:ext cx="914400" cy="502920"/>
          </a:xfrm>
          <a:prstGeom prst="rect">
            <a:avLst/>
          </a:prstGeom>
          <a:noFill/>
          <a:ln/>
        </p:spPr>
        <p:txBody>
          <a:bodyPr wrap="square" lIns="0" tIns="0" rIns="0" bIns="0" rtlCol="0" anchor="ctr"/>
          <a:lstStyle>
            <a:lvl1pPr marL="0" indent="0" algn="l">
              <a:lnSpc>
                <a:spcPct val="80000"/>
              </a:lnSpc>
              <a:buNone/>
              <a:defRPr lang="en-US" sz="32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32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04</a:t>
            </a:r>
            <a:endParaRPr lang="en-US" sz="3200" dirty="0"/>
          </a:p>
        </p:txBody>
      </p:sp>
      <p:sp>
        <p:nvSpPr>
          <p:cNvPr id="10" name="Agenda item 4"/>
          <p:cNvSpPr>
            <a:spLocks noGrp="1"/>
          </p:cNvSpPr>
          <p:nvPr>
            <p:ph type="body" idx="108" hasCustomPrompt="1"/>
          </p:nvPr>
        </p:nvSpPr>
        <p:spPr>
          <a:xfrm>
            <a:off x="1686154" y="3995928"/>
            <a:ext cx="4937760" cy="502920"/>
          </a:xfrm>
          <a:prstGeom prst="rect">
            <a:avLst/>
          </a:prstGeom>
          <a:noFill/>
          <a:ln/>
        </p:spPr>
        <p:txBody>
          <a:bodyPr wrap="square" lIns="0" tIns="0" rIns="0" bIns="0" rtlCol="0" anchor="ctr"/>
          <a:lstStyle>
            <a:lvl1pPr marL="0" indent="0" algn="l">
              <a:lnSpc>
                <a:spcPct val="80000"/>
              </a:lnSpc>
              <a:buNone/>
              <a:defRPr lang="en-US" sz="20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2000" dirty="0">
                <a:solidFill>
                  <a:srgbClr val="060E1D"/>
                </a:solidFill>
                <a:latin typeface="Aptos" pitchFamily="34" charset="0"/>
                <a:ea typeface="Aptos" pitchFamily="34" charset="-122"/>
                <a:cs typeface="Aptos" pitchFamily="34" charset="-120"/>
              </a:rPr>
              <a:t>Agenda item</a:t>
            </a:r>
            <a:endParaRPr lang="en-US" sz="2000" dirty="0"/>
          </a:p>
        </p:txBody>
      </p:sp>
      <p:sp>
        <p:nvSpPr>
          <p:cNvPr id="11" name="Agenda num 5"/>
          <p:cNvSpPr>
            <a:spLocks noGrp="1"/>
          </p:cNvSpPr>
          <p:nvPr>
            <p:ph type="body" idx="109" hasCustomPrompt="1"/>
          </p:nvPr>
        </p:nvSpPr>
        <p:spPr>
          <a:xfrm>
            <a:off x="634594" y="4764024"/>
            <a:ext cx="914400" cy="502920"/>
          </a:xfrm>
          <a:prstGeom prst="rect">
            <a:avLst/>
          </a:prstGeom>
          <a:noFill/>
          <a:ln/>
        </p:spPr>
        <p:txBody>
          <a:bodyPr wrap="square" lIns="0" tIns="0" rIns="0" bIns="0" rtlCol="0" anchor="ctr"/>
          <a:lstStyle>
            <a:lvl1pPr marL="0" indent="0" algn="l">
              <a:lnSpc>
                <a:spcPct val="80000"/>
              </a:lnSpc>
              <a:buNone/>
              <a:defRPr lang="en-US" sz="32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32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05</a:t>
            </a:r>
            <a:endParaRPr lang="en-US" sz="3200" dirty="0"/>
          </a:p>
        </p:txBody>
      </p:sp>
      <p:sp>
        <p:nvSpPr>
          <p:cNvPr id="12" name="Agenda item 5"/>
          <p:cNvSpPr>
            <a:spLocks noGrp="1"/>
          </p:cNvSpPr>
          <p:nvPr>
            <p:ph type="body" idx="110" hasCustomPrompt="1"/>
          </p:nvPr>
        </p:nvSpPr>
        <p:spPr>
          <a:xfrm>
            <a:off x="1686154" y="4764024"/>
            <a:ext cx="4937760" cy="502920"/>
          </a:xfrm>
          <a:prstGeom prst="rect">
            <a:avLst/>
          </a:prstGeom>
          <a:noFill/>
          <a:ln/>
        </p:spPr>
        <p:txBody>
          <a:bodyPr wrap="square" lIns="0" tIns="0" rIns="0" bIns="0" rtlCol="0" anchor="ctr"/>
          <a:lstStyle>
            <a:lvl1pPr marL="0" indent="0" algn="l">
              <a:lnSpc>
                <a:spcPct val="80000"/>
              </a:lnSpc>
              <a:buNone/>
              <a:defRPr lang="en-US" sz="20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2000" dirty="0">
                <a:solidFill>
                  <a:srgbClr val="060E1D"/>
                </a:solidFill>
                <a:latin typeface="Aptos" pitchFamily="34" charset="0"/>
                <a:ea typeface="Aptos" pitchFamily="34" charset="-122"/>
                <a:cs typeface="Aptos" pitchFamily="34" charset="-120"/>
              </a:rPr>
              <a:t>Agenda item</a:t>
            </a:r>
            <a:endParaRPr lang="en-US" sz="2000" dirty="0"/>
          </a:p>
        </p:txBody>
      </p:sp>
      <p:pic>
        <p:nvPicPr>
          <p:cNvPr id="13" name="Image 0" descr="assets/logo_dark.png"/>
          <p:cNvPicPr>
            <a:picLocks noChangeAspect="1"/>
          </p:cNvPicPr>
          <p:nvPr/>
        </p:nvPicPr>
        <p:blipFill>
          <a:blip r:embed="rId3"/>
          <a:stretch>
            <a:fillRect/>
          </a:stretch>
        </p:blipFill>
        <p:spPr>
          <a:xfrm>
            <a:off x="634594" y="6233465"/>
            <a:ext cx="636422" cy="225857"/>
          </a:xfrm>
          <a:prstGeom prst="rect">
            <a:avLst/>
          </a:prstGeom>
        </p:spPr>
      </p:pic>
      <p:sp>
        <p:nvSpPr>
          <p:cNvPr id="14"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 cards">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Agenda</a:t>
            </a:r>
            <a:endParaRPr lang="en-US" sz="4400" dirty="0"/>
          </a:p>
        </p:txBody>
      </p:sp>
      <p:sp>
        <p:nvSpPr>
          <p:cNvPr id="3" name="Text 0"/>
          <p:cNvSpPr/>
          <p:nvPr/>
        </p:nvSpPr>
        <p:spPr>
          <a:xfrm>
            <a:off x="634594" y="1691640"/>
            <a:ext cx="2593238" cy="2926080"/>
          </a:xfrm>
          <a:prstGeom prst="roundRect">
            <a:avLst>
              <a:gd name="adj" fmla="val 3526"/>
            </a:avLst>
          </a:prstGeom>
          <a:solidFill>
            <a:srgbClr val="E6F8F7"/>
          </a:solidFill>
          <a:ln/>
        </p:spPr>
        <p:txBody>
          <a:bodyPr wrap="square" lIns="0" tIns="0" rIns="0" bIns="0" rtlCol="0" anchor="ctr"/>
          <a:lstStyle/>
          <a:p>
            <a:pPr marL="0" indent="0" algn="ctr">
              <a:lnSpc>
                <a:spcPct val="80000"/>
              </a:lnSpc>
              <a:buNone/>
            </a:pPr>
            <a:endParaRPr lang="en-US" sz="1400" dirty="0"/>
          </a:p>
        </p:txBody>
      </p:sp>
      <p:sp>
        <p:nvSpPr>
          <p:cNvPr id="4" name="Agenda num 1"/>
          <p:cNvSpPr>
            <a:spLocks noGrp="1"/>
          </p:cNvSpPr>
          <p:nvPr>
            <p:ph type="body" idx="102" hasCustomPrompt="1"/>
          </p:nvPr>
        </p:nvSpPr>
        <p:spPr>
          <a:xfrm>
            <a:off x="954634" y="2011680"/>
            <a:ext cx="1953158" cy="822960"/>
          </a:xfrm>
          <a:prstGeom prst="rect">
            <a:avLst/>
          </a:prstGeom>
          <a:noFill/>
          <a:ln/>
        </p:spPr>
        <p:txBody>
          <a:bodyPr wrap="square" lIns="0" tIns="0" rIns="0" bIns="0" rtlCol="0" anchor="t"/>
          <a:lstStyle>
            <a:lvl1pPr marL="0" indent="0" algn="l">
              <a:lnSpc>
                <a:spcPct val="80000"/>
              </a:lnSpc>
              <a:buNone/>
              <a:defRPr lang="en-US" sz="60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60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01</a:t>
            </a:r>
            <a:endParaRPr lang="en-US" sz="6000" dirty="0"/>
          </a:p>
        </p:txBody>
      </p:sp>
      <p:sp>
        <p:nvSpPr>
          <p:cNvPr id="5" name="Agenda item 1"/>
          <p:cNvSpPr>
            <a:spLocks noGrp="1"/>
          </p:cNvSpPr>
          <p:nvPr>
            <p:ph type="body" idx="103" hasCustomPrompt="1"/>
          </p:nvPr>
        </p:nvSpPr>
        <p:spPr>
          <a:xfrm>
            <a:off x="954634" y="3017520"/>
            <a:ext cx="1953158" cy="1371600"/>
          </a:xfrm>
          <a:prstGeom prst="rect">
            <a:avLst/>
          </a:prstGeom>
          <a:noFill/>
          <a:ln/>
        </p:spPr>
        <p:txBody>
          <a:bodyPr wrap="square" lIns="0" tIns="0" rIns="0" bIns="0" rtlCol="0" anchor="t"/>
          <a:lstStyle>
            <a:lvl1pPr marL="0" indent="0" algn="l">
              <a:lnSpc>
                <a:spcPct val="80000"/>
              </a:lnSpc>
              <a:buNone/>
              <a:defRPr lang="en-US" sz="22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2200" dirty="0">
                <a:solidFill>
                  <a:srgbClr val="060E1D"/>
                </a:solidFill>
                <a:latin typeface="Aptos" pitchFamily="34" charset="0"/>
                <a:ea typeface="Aptos" pitchFamily="34" charset="-122"/>
                <a:cs typeface="Aptos" pitchFamily="34" charset="-120"/>
              </a:rPr>
              <a:t>Agenda item</a:t>
            </a:r>
            <a:endParaRPr lang="en-US" sz="2200" dirty="0"/>
          </a:p>
        </p:txBody>
      </p:sp>
      <p:sp>
        <p:nvSpPr>
          <p:cNvPr id="6" name="Text 1"/>
          <p:cNvSpPr/>
          <p:nvPr/>
        </p:nvSpPr>
        <p:spPr>
          <a:xfrm>
            <a:off x="3410712" y="1691640"/>
            <a:ext cx="2593238" cy="2926080"/>
          </a:xfrm>
          <a:prstGeom prst="roundRect">
            <a:avLst>
              <a:gd name="adj" fmla="val 3526"/>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7" name="Agenda num 2"/>
          <p:cNvSpPr>
            <a:spLocks noGrp="1"/>
          </p:cNvSpPr>
          <p:nvPr>
            <p:ph type="body" idx="105" hasCustomPrompt="1"/>
          </p:nvPr>
        </p:nvSpPr>
        <p:spPr>
          <a:xfrm>
            <a:off x="3730752" y="2011680"/>
            <a:ext cx="1953158" cy="822960"/>
          </a:xfrm>
          <a:prstGeom prst="rect">
            <a:avLst/>
          </a:prstGeom>
          <a:noFill/>
          <a:ln/>
        </p:spPr>
        <p:txBody>
          <a:bodyPr wrap="square" lIns="0" tIns="0" rIns="0" bIns="0" rtlCol="0" anchor="t"/>
          <a:lstStyle>
            <a:lvl1pPr marL="0" indent="0" algn="l">
              <a:lnSpc>
                <a:spcPct val="80000"/>
              </a:lnSpc>
              <a:buNone/>
              <a:defRPr lang="en-US" sz="60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60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02</a:t>
            </a:r>
            <a:endParaRPr lang="en-US" sz="6000" dirty="0"/>
          </a:p>
        </p:txBody>
      </p:sp>
      <p:sp>
        <p:nvSpPr>
          <p:cNvPr id="8" name="Agenda item 2"/>
          <p:cNvSpPr>
            <a:spLocks noGrp="1"/>
          </p:cNvSpPr>
          <p:nvPr>
            <p:ph type="body" idx="106" hasCustomPrompt="1"/>
          </p:nvPr>
        </p:nvSpPr>
        <p:spPr>
          <a:xfrm>
            <a:off x="3730752" y="3017520"/>
            <a:ext cx="1953158" cy="1371600"/>
          </a:xfrm>
          <a:prstGeom prst="rect">
            <a:avLst/>
          </a:prstGeom>
          <a:noFill/>
          <a:ln/>
        </p:spPr>
        <p:txBody>
          <a:bodyPr wrap="square" lIns="0" tIns="0" rIns="0" bIns="0" rtlCol="0" anchor="t"/>
          <a:lstStyle>
            <a:lvl1pPr marL="0" indent="0" algn="l">
              <a:lnSpc>
                <a:spcPct val="80000"/>
              </a:lnSpc>
              <a:buNone/>
              <a:defRPr lang="en-US" sz="22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2200" dirty="0">
                <a:solidFill>
                  <a:srgbClr val="060E1D"/>
                </a:solidFill>
                <a:latin typeface="Aptos" pitchFamily="34" charset="0"/>
                <a:ea typeface="Aptos" pitchFamily="34" charset="-122"/>
                <a:cs typeface="Aptos" pitchFamily="34" charset="-120"/>
              </a:rPr>
              <a:t>Agenda item</a:t>
            </a:r>
            <a:endParaRPr lang="en-US" sz="2200" dirty="0"/>
          </a:p>
        </p:txBody>
      </p:sp>
      <p:sp>
        <p:nvSpPr>
          <p:cNvPr id="9" name="Text 2"/>
          <p:cNvSpPr/>
          <p:nvPr/>
        </p:nvSpPr>
        <p:spPr>
          <a:xfrm>
            <a:off x="6186830" y="1691640"/>
            <a:ext cx="2593238" cy="2926080"/>
          </a:xfrm>
          <a:prstGeom prst="roundRect">
            <a:avLst>
              <a:gd name="adj" fmla="val 3526"/>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10" name="Agenda num 3"/>
          <p:cNvSpPr>
            <a:spLocks noGrp="1"/>
          </p:cNvSpPr>
          <p:nvPr>
            <p:ph type="body" idx="108" hasCustomPrompt="1"/>
          </p:nvPr>
        </p:nvSpPr>
        <p:spPr>
          <a:xfrm>
            <a:off x="6506870" y="2011680"/>
            <a:ext cx="1953158" cy="822960"/>
          </a:xfrm>
          <a:prstGeom prst="rect">
            <a:avLst/>
          </a:prstGeom>
          <a:noFill/>
          <a:ln/>
        </p:spPr>
        <p:txBody>
          <a:bodyPr wrap="square" lIns="0" tIns="0" rIns="0" bIns="0" rtlCol="0" anchor="t"/>
          <a:lstStyle>
            <a:lvl1pPr marL="0" indent="0" algn="l">
              <a:lnSpc>
                <a:spcPct val="80000"/>
              </a:lnSpc>
              <a:buNone/>
              <a:defRPr lang="en-US" sz="60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60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03</a:t>
            </a:r>
            <a:endParaRPr lang="en-US" sz="6000" dirty="0"/>
          </a:p>
        </p:txBody>
      </p:sp>
      <p:sp>
        <p:nvSpPr>
          <p:cNvPr id="11" name="Agenda item 3"/>
          <p:cNvSpPr>
            <a:spLocks noGrp="1"/>
          </p:cNvSpPr>
          <p:nvPr>
            <p:ph type="body" idx="109" hasCustomPrompt="1"/>
          </p:nvPr>
        </p:nvSpPr>
        <p:spPr>
          <a:xfrm>
            <a:off x="6506870" y="3017520"/>
            <a:ext cx="1953158" cy="1371600"/>
          </a:xfrm>
          <a:prstGeom prst="rect">
            <a:avLst/>
          </a:prstGeom>
          <a:noFill/>
          <a:ln/>
        </p:spPr>
        <p:txBody>
          <a:bodyPr wrap="square" lIns="0" tIns="0" rIns="0" bIns="0" rtlCol="0" anchor="t"/>
          <a:lstStyle>
            <a:lvl1pPr marL="0" indent="0" algn="l">
              <a:lnSpc>
                <a:spcPct val="80000"/>
              </a:lnSpc>
              <a:buNone/>
              <a:defRPr lang="en-US" sz="22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2200" dirty="0">
                <a:solidFill>
                  <a:srgbClr val="060E1D"/>
                </a:solidFill>
                <a:latin typeface="Aptos" pitchFamily="34" charset="0"/>
                <a:ea typeface="Aptos" pitchFamily="34" charset="-122"/>
                <a:cs typeface="Aptos" pitchFamily="34" charset="-120"/>
              </a:rPr>
              <a:t>Agenda item</a:t>
            </a:r>
            <a:endParaRPr lang="en-US" sz="2200" dirty="0"/>
          </a:p>
        </p:txBody>
      </p:sp>
      <p:sp>
        <p:nvSpPr>
          <p:cNvPr id="12" name="Text 3"/>
          <p:cNvSpPr/>
          <p:nvPr/>
        </p:nvSpPr>
        <p:spPr>
          <a:xfrm>
            <a:off x="8963863" y="1691640"/>
            <a:ext cx="2593238" cy="2926080"/>
          </a:xfrm>
          <a:prstGeom prst="roundRect">
            <a:avLst>
              <a:gd name="adj" fmla="val 3526"/>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13" name="Agenda num 4"/>
          <p:cNvSpPr>
            <a:spLocks noGrp="1"/>
          </p:cNvSpPr>
          <p:nvPr>
            <p:ph type="body" idx="111" hasCustomPrompt="1"/>
          </p:nvPr>
        </p:nvSpPr>
        <p:spPr>
          <a:xfrm>
            <a:off x="9283903" y="2011680"/>
            <a:ext cx="1953158" cy="822960"/>
          </a:xfrm>
          <a:prstGeom prst="rect">
            <a:avLst/>
          </a:prstGeom>
          <a:noFill/>
          <a:ln/>
        </p:spPr>
        <p:txBody>
          <a:bodyPr wrap="square" lIns="0" tIns="0" rIns="0" bIns="0" rtlCol="0" anchor="t"/>
          <a:lstStyle>
            <a:lvl1pPr marL="0" indent="0" algn="l">
              <a:lnSpc>
                <a:spcPct val="80000"/>
              </a:lnSpc>
              <a:buNone/>
              <a:defRPr lang="en-US" sz="60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60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04</a:t>
            </a:r>
            <a:endParaRPr lang="en-US" sz="6000" dirty="0"/>
          </a:p>
        </p:txBody>
      </p:sp>
      <p:sp>
        <p:nvSpPr>
          <p:cNvPr id="14" name="Agenda item 4"/>
          <p:cNvSpPr>
            <a:spLocks noGrp="1"/>
          </p:cNvSpPr>
          <p:nvPr>
            <p:ph type="body" idx="112" hasCustomPrompt="1"/>
          </p:nvPr>
        </p:nvSpPr>
        <p:spPr>
          <a:xfrm>
            <a:off x="9283903" y="3017520"/>
            <a:ext cx="1953158" cy="1371600"/>
          </a:xfrm>
          <a:prstGeom prst="rect">
            <a:avLst/>
          </a:prstGeom>
          <a:noFill/>
          <a:ln/>
        </p:spPr>
        <p:txBody>
          <a:bodyPr wrap="square" lIns="0" tIns="0" rIns="0" bIns="0" rtlCol="0" anchor="t"/>
          <a:lstStyle>
            <a:lvl1pPr marL="0" indent="0" algn="l">
              <a:lnSpc>
                <a:spcPct val="80000"/>
              </a:lnSpc>
              <a:buNone/>
              <a:defRPr lang="en-US" sz="22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2200" dirty="0">
                <a:solidFill>
                  <a:srgbClr val="060E1D"/>
                </a:solidFill>
                <a:latin typeface="Aptos" pitchFamily="34" charset="0"/>
                <a:ea typeface="Aptos" pitchFamily="34" charset="-122"/>
                <a:cs typeface="Aptos" pitchFamily="34" charset="-120"/>
              </a:rPr>
              <a:t>Agenda item</a:t>
            </a:r>
            <a:endParaRPr lang="en-US" sz="2200" dirty="0"/>
          </a:p>
        </p:txBody>
      </p:sp>
      <p:pic>
        <p:nvPicPr>
          <p:cNvPr id="15"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16" name="Text 4"/>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 dark patter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ection number"/>
          <p:cNvSpPr>
            <a:spLocks noGrp="1"/>
          </p:cNvSpPr>
          <p:nvPr>
            <p:ph type="body" idx="100" hasCustomPrompt="1"/>
          </p:nvPr>
        </p:nvSpPr>
        <p:spPr>
          <a:xfrm>
            <a:off x="634594" y="2148840"/>
            <a:ext cx="3657600" cy="1188720"/>
          </a:xfrm>
          <a:prstGeom prst="rect">
            <a:avLst/>
          </a:prstGeom>
          <a:noFill/>
          <a:ln/>
        </p:spPr>
        <p:txBody>
          <a:bodyPr wrap="square" lIns="0" tIns="0" rIns="0" bIns="0" rtlCol="0" anchor="b"/>
          <a:lstStyle>
            <a:lvl1pPr marL="0" indent="0" algn="l">
              <a:lnSpc>
                <a:spcPct val="80000"/>
              </a:lnSpc>
              <a:buNone/>
              <a:defRPr lang="en-US" sz="9600" dirty="0">
                <a:gradFill>
                  <a:gsLst>
                    <a:gs pos="0">
                      <a:srgbClr val="FFFFFF"/>
                    </a:gs>
                    <a:gs pos="100000">
                      <a:srgbClr val="69DED7"/>
                    </a:gs>
                  </a:gsLst>
                  <a:lin ang="0" scaled="1"/>
                </a:gradFill>
                <a:latin typeface="Aptos Display" pitchFamily="34" charset="0"/>
                <a:ea typeface="Aptos Display" pitchFamily="34" charset="-122"/>
                <a:cs typeface="Aptos Display" pitchFamily="34" charset="-120"/>
              </a:defRPr>
            </a:lvl1pPr>
          </a:lstStyle>
          <a:p>
            <a:pPr marL="0" indent="0" algn="l">
              <a:lnSpc>
                <a:spcPct val="80000"/>
              </a:lnSpc>
              <a:buNone/>
            </a:pPr>
            <a:r>
              <a:rPr lang="en-US" sz="9600" dirty="0">
                <a:gradFill>
                  <a:gsLst>
                    <a:gs pos="0">
                      <a:srgbClr val="FFFFFF"/>
                    </a:gs>
                    <a:gs pos="100000">
                      <a:srgbClr val="69DED7"/>
                    </a:gs>
                  </a:gsLst>
                  <a:lin ang="0" scaled="1"/>
                </a:gradFill>
                <a:latin typeface="Aptos Display" pitchFamily="34" charset="0"/>
                <a:ea typeface="Aptos Display" pitchFamily="34" charset="-122"/>
                <a:cs typeface="Aptos Display" pitchFamily="34" charset="-120"/>
              </a:rPr>
              <a:t>01</a:t>
            </a:r>
            <a:endParaRPr lang="en-US" sz="9600" dirty="0"/>
          </a:p>
        </p:txBody>
      </p:sp>
      <p:sp>
        <p:nvSpPr>
          <p:cNvPr id="3" name="Title"/>
          <p:cNvSpPr>
            <a:spLocks noGrp="1"/>
          </p:cNvSpPr>
          <p:nvPr>
            <p:ph type="title" idx="101" hasCustomPrompt="1"/>
          </p:nvPr>
        </p:nvSpPr>
        <p:spPr>
          <a:xfrm>
            <a:off x="634594" y="3520440"/>
            <a:ext cx="6766560" cy="1463040"/>
          </a:xfrm>
          <a:prstGeom prst="rect">
            <a:avLst/>
          </a:prstGeom>
          <a:noFill/>
          <a:ln/>
        </p:spPr>
        <p:txBody>
          <a:bodyPr wrap="square" lIns="0" tIns="0" rIns="0" bIns="0" rtlCol="0" anchor="t"/>
          <a:lstStyle>
            <a:lvl1pPr marL="0" indent="0" algn="l">
              <a:lnSpc>
                <a:spcPct val="80000"/>
              </a:lnSpc>
              <a:buNone/>
              <a:defRPr lang="en-US" sz="4400" dirty="0">
                <a:solidFill>
                  <a:srgbClr val="FFFFFF"/>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FFFFFF"/>
                </a:solidFill>
                <a:latin typeface="Aptos Display" pitchFamily="34" charset="0"/>
                <a:ea typeface="Aptos Display" pitchFamily="34" charset="-122"/>
                <a:cs typeface="Aptos Display" pitchFamily="34" charset="-120"/>
              </a:rPr>
              <a:t>Section title</a:t>
            </a:r>
            <a:endParaRPr lang="en-US" sz="4400" dirty="0"/>
          </a:p>
        </p:txBody>
      </p:sp>
      <p:pic>
        <p:nvPicPr>
          <p:cNvPr id="4" name="Image 0" descr="assets/logo_white.png"/>
          <p:cNvPicPr>
            <a:picLocks noChangeAspect="1"/>
          </p:cNvPicPr>
          <p:nvPr/>
        </p:nvPicPr>
        <p:blipFill>
          <a:blip r:embed="rId3"/>
          <a:stretch>
            <a:fillRect/>
          </a:stretch>
        </p:blipFill>
        <p:spPr>
          <a:xfrm>
            <a:off x="634594" y="6233465"/>
            <a:ext cx="636422" cy="225857"/>
          </a:xfrm>
          <a:prstGeom prst="rect">
            <a:avLst/>
          </a:prstGeom>
        </p:spPr>
      </p:pic>
      <p:sp>
        <p:nvSpPr>
          <p:cNvPr id="5"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FFFFFF"/>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FFFFFF"/>
                </a:solidFill>
                <a:latin typeface="Aptos" pitchFamily="34" charset="0"/>
                <a:ea typeface="Aptos" pitchFamily="34" charset="-122"/>
                <a:cs typeface="Aptos" pitchFamily="34" charset="-120"/>
              </a:rPr>
              <a:t>Delivered.</a:t>
            </a:r>
            <a:endParaRPr lang="en-US" sz="800" dirty="0"/>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FFFFFF"/>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 light patter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ection number"/>
          <p:cNvSpPr>
            <a:spLocks noGrp="1"/>
          </p:cNvSpPr>
          <p:nvPr>
            <p:ph type="body" idx="100" hasCustomPrompt="1"/>
          </p:nvPr>
        </p:nvSpPr>
        <p:spPr>
          <a:xfrm>
            <a:off x="634594" y="2468880"/>
            <a:ext cx="3657600" cy="1097280"/>
          </a:xfrm>
          <a:prstGeom prst="rect">
            <a:avLst/>
          </a:prstGeom>
          <a:noFill/>
          <a:ln/>
        </p:spPr>
        <p:txBody>
          <a:bodyPr wrap="square" lIns="0" tIns="0" rIns="0" bIns="0" rtlCol="0" anchor="t"/>
          <a:lstStyle>
            <a:lvl1pPr marL="0" indent="0" algn="l">
              <a:lnSpc>
                <a:spcPct val="80000"/>
              </a:lnSpc>
              <a:buNone/>
              <a:defRPr lang="en-US" sz="9600" dirty="0">
                <a:gradFill>
                  <a:gsLst>
                    <a:gs pos="0">
                      <a:srgbClr val="060E1D"/>
                    </a:gs>
                    <a:gs pos="55000">
                      <a:srgbClr val="2B7F7B"/>
                    </a:gs>
                    <a:gs pos="100000">
                      <a:srgbClr val="69DED7"/>
                    </a:gs>
                  </a:gsLst>
                  <a:lin ang="0" scaled="1"/>
                </a:gradFill>
                <a:latin typeface="Aptos Display" pitchFamily="34" charset="0"/>
                <a:ea typeface="Aptos Display" pitchFamily="34" charset="-122"/>
                <a:cs typeface="Aptos Display" pitchFamily="34" charset="-120"/>
              </a:defRPr>
            </a:lvl1pPr>
          </a:lstStyle>
          <a:p>
            <a:pPr marL="0" indent="0" algn="l">
              <a:lnSpc>
                <a:spcPct val="80000"/>
              </a:lnSpc>
              <a:buNone/>
            </a:pPr>
            <a:r>
              <a:rPr lang="en-US" sz="9600" dirty="0">
                <a:gradFill>
                  <a:gsLst>
                    <a:gs pos="0">
                      <a:srgbClr val="060E1D"/>
                    </a:gs>
                    <a:gs pos="55000">
                      <a:srgbClr val="2B7F7B"/>
                    </a:gs>
                    <a:gs pos="100000">
                      <a:srgbClr val="69DED7"/>
                    </a:gs>
                  </a:gsLst>
                  <a:lin ang="0" scaled="1"/>
                </a:gradFill>
                <a:latin typeface="Aptos Display" pitchFamily="34" charset="0"/>
                <a:ea typeface="Aptos Display" pitchFamily="34" charset="-122"/>
                <a:cs typeface="Aptos Display" pitchFamily="34" charset="-120"/>
              </a:rPr>
              <a:t>01</a:t>
            </a:r>
            <a:endParaRPr lang="en-US" sz="9600" dirty="0"/>
          </a:p>
        </p:txBody>
      </p:sp>
      <p:sp>
        <p:nvSpPr>
          <p:cNvPr id="3" name="Title"/>
          <p:cNvSpPr>
            <a:spLocks noGrp="1"/>
          </p:cNvSpPr>
          <p:nvPr>
            <p:ph type="title" idx="101" hasCustomPrompt="1"/>
          </p:nvPr>
        </p:nvSpPr>
        <p:spPr>
          <a:xfrm>
            <a:off x="634594" y="3657600"/>
            <a:ext cx="8686800" cy="146304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Section title</a:t>
            </a:r>
            <a:endParaRPr lang="en-US" sz="4400" dirty="0"/>
          </a:p>
        </p:txBody>
      </p:sp>
      <p:pic>
        <p:nvPicPr>
          <p:cNvPr id="4" name="Image 0" descr="assets/logo_dark.png"/>
          <p:cNvPicPr>
            <a:picLocks noChangeAspect="1"/>
          </p:cNvPicPr>
          <p:nvPr/>
        </p:nvPicPr>
        <p:blipFill>
          <a:blip r:embed="rId3"/>
          <a:stretch>
            <a:fillRect/>
          </a:stretch>
        </p:blipFill>
        <p:spPr>
          <a:xfrm>
            <a:off x="634594" y="6233465"/>
            <a:ext cx="636422" cy="225857"/>
          </a:xfrm>
          <a:prstGeom prst="rect">
            <a:avLst/>
          </a:prstGeom>
        </p:spPr>
      </p:pic>
      <p:sp>
        <p:nvSpPr>
          <p:cNvPr id="5"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 photo">
    <p:bg>
      <p:bgPr>
        <a:solidFill>
          <a:srgbClr val="FFFFFF"/>
        </a:solidFill>
        <a:effectLst/>
      </p:bgPr>
    </p:bg>
    <p:spTree>
      <p:nvGrpSpPr>
        <p:cNvPr id="1" name=""/>
        <p:cNvGrpSpPr/>
        <p:nvPr/>
      </p:nvGrpSpPr>
      <p:grpSpPr>
        <a:xfrm>
          <a:off x="0" y="0"/>
          <a:ext cx="0" cy="0"/>
          <a:chOff x="0" y="0"/>
          <a:chExt cx="0" cy="0"/>
        </a:xfrm>
      </p:grpSpPr>
      <p:sp>
        <p:nvSpPr>
          <p:cNvPr id="2" name="Photo"/>
          <p:cNvSpPr>
            <a:spLocks noGrp="1"/>
          </p:cNvSpPr>
          <p:nvPr>
            <p:ph type="pic" idx="100" hasCustomPrompt="1"/>
          </p:nvPr>
        </p:nvSpPr>
        <p:spPr>
          <a:xfrm>
            <a:off x="7086600" y="0"/>
            <a:ext cx="5105095"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3" name="Section number"/>
          <p:cNvSpPr>
            <a:spLocks noGrp="1"/>
          </p:cNvSpPr>
          <p:nvPr>
            <p:ph type="body" idx="101" hasCustomPrompt="1"/>
          </p:nvPr>
        </p:nvSpPr>
        <p:spPr>
          <a:xfrm>
            <a:off x="634594" y="2148840"/>
            <a:ext cx="3657600" cy="1188720"/>
          </a:xfrm>
          <a:prstGeom prst="rect">
            <a:avLst/>
          </a:prstGeom>
          <a:noFill/>
          <a:ln/>
        </p:spPr>
        <p:txBody>
          <a:bodyPr wrap="square" lIns="0" tIns="0" rIns="0" bIns="0" rtlCol="0" anchor="b"/>
          <a:lstStyle>
            <a:lvl1pPr marL="0" indent="0" algn="l">
              <a:lnSpc>
                <a:spcPct val="80000"/>
              </a:lnSpc>
              <a:buNone/>
              <a:defRPr lang="en-US" sz="9600" dirty="0">
                <a:gradFill>
                  <a:gsLst>
                    <a:gs pos="0">
                      <a:srgbClr val="060E1D"/>
                    </a:gs>
                    <a:gs pos="55000">
                      <a:srgbClr val="2B7F7B"/>
                    </a:gs>
                    <a:gs pos="100000">
                      <a:srgbClr val="69DED7"/>
                    </a:gs>
                  </a:gsLst>
                  <a:lin ang="0" scaled="1"/>
                </a:gradFill>
                <a:latin typeface="Aptos Display" pitchFamily="34" charset="0"/>
                <a:ea typeface="Aptos Display" pitchFamily="34" charset="-122"/>
                <a:cs typeface="Aptos Display" pitchFamily="34" charset="-120"/>
              </a:defRPr>
            </a:lvl1pPr>
          </a:lstStyle>
          <a:p>
            <a:pPr marL="0" indent="0" algn="l">
              <a:lnSpc>
                <a:spcPct val="80000"/>
              </a:lnSpc>
              <a:buNone/>
            </a:pPr>
            <a:r>
              <a:rPr lang="en-US" sz="9600" dirty="0">
                <a:gradFill>
                  <a:gsLst>
                    <a:gs pos="0">
                      <a:srgbClr val="060E1D"/>
                    </a:gs>
                    <a:gs pos="55000">
                      <a:srgbClr val="2B7F7B"/>
                    </a:gs>
                    <a:gs pos="100000">
                      <a:srgbClr val="69DED7"/>
                    </a:gs>
                  </a:gsLst>
                  <a:lin ang="0" scaled="1"/>
                </a:gradFill>
                <a:latin typeface="Aptos Display" pitchFamily="34" charset="0"/>
                <a:ea typeface="Aptos Display" pitchFamily="34" charset="-122"/>
                <a:cs typeface="Aptos Display" pitchFamily="34" charset="-120"/>
              </a:rPr>
              <a:t>01</a:t>
            </a:r>
            <a:endParaRPr lang="en-US" sz="9600" dirty="0"/>
          </a:p>
        </p:txBody>
      </p:sp>
      <p:sp>
        <p:nvSpPr>
          <p:cNvPr id="4" name="Title"/>
          <p:cNvSpPr>
            <a:spLocks noGrp="1"/>
          </p:cNvSpPr>
          <p:nvPr>
            <p:ph type="title" idx="102" hasCustomPrompt="1"/>
          </p:nvPr>
        </p:nvSpPr>
        <p:spPr>
          <a:xfrm>
            <a:off x="634594" y="3520440"/>
            <a:ext cx="5943600" cy="146304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Section title</a:t>
            </a:r>
            <a:endParaRPr lang="en-US" sz="4400" dirty="0"/>
          </a:p>
        </p:txBody>
      </p:sp>
      <p:pic>
        <p:nvPicPr>
          <p:cNvPr id="5"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6"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osing · dark patter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1828800"/>
            <a:ext cx="6766560" cy="1463040"/>
          </a:xfrm>
          <a:prstGeom prst="rect">
            <a:avLst/>
          </a:prstGeom>
          <a:noFill/>
          <a:ln/>
        </p:spPr>
        <p:txBody>
          <a:bodyPr wrap="square" lIns="0" tIns="0" rIns="0" bIns="0" rtlCol="0" anchor="b"/>
          <a:lstStyle>
            <a:lvl1pPr marL="0" indent="0" algn="l">
              <a:lnSpc>
                <a:spcPct val="80000"/>
              </a:lnSpc>
              <a:buNone/>
              <a:defRPr lang="en-US" sz="9600" dirty="0">
                <a:gradFill>
                  <a:gsLst>
                    <a:gs pos="0">
                      <a:srgbClr val="FFFFFF"/>
                    </a:gs>
                    <a:gs pos="100000">
                      <a:srgbClr val="69DED7"/>
                    </a:gs>
                  </a:gsLst>
                  <a:lin ang="0" scaled="1"/>
                </a:gradFill>
                <a:latin typeface="Aptos Display" pitchFamily="34" charset="0"/>
                <a:ea typeface="Aptos Display" pitchFamily="34" charset="-122"/>
                <a:cs typeface="Aptos Display" pitchFamily="34" charset="-120"/>
              </a:defRPr>
            </a:lvl1pPr>
          </a:lstStyle>
          <a:p>
            <a:pPr marL="0" indent="0" algn="l">
              <a:lnSpc>
                <a:spcPct val="80000"/>
              </a:lnSpc>
              <a:buNone/>
            </a:pPr>
            <a:r>
              <a:rPr lang="en-US" sz="9600" dirty="0">
                <a:gradFill>
                  <a:gsLst>
                    <a:gs pos="0">
                      <a:srgbClr val="FFFFFF"/>
                    </a:gs>
                    <a:gs pos="100000">
                      <a:srgbClr val="69DED7"/>
                    </a:gs>
                  </a:gsLst>
                  <a:lin ang="0" scaled="1"/>
                </a:gradFill>
                <a:latin typeface="Aptos Display" pitchFamily="34" charset="0"/>
                <a:ea typeface="Aptos Display" pitchFamily="34" charset="-122"/>
                <a:cs typeface="Aptos Display" pitchFamily="34" charset="-120"/>
              </a:rPr>
              <a:t>Thank you</a:t>
            </a:r>
            <a:endParaRPr lang="en-US" sz="9600" dirty="0"/>
          </a:p>
        </p:txBody>
      </p:sp>
      <p:sp>
        <p:nvSpPr>
          <p:cNvPr id="3" name="Closing sub"/>
          <p:cNvSpPr>
            <a:spLocks noGrp="1"/>
          </p:cNvSpPr>
          <p:nvPr>
            <p:ph type="body" idx="101" hasCustomPrompt="1"/>
          </p:nvPr>
        </p:nvSpPr>
        <p:spPr>
          <a:xfrm>
            <a:off x="634594" y="3474720"/>
            <a:ext cx="6400800" cy="548640"/>
          </a:xfrm>
          <a:prstGeom prst="rect">
            <a:avLst/>
          </a:prstGeom>
          <a:noFill/>
          <a:ln/>
        </p:spPr>
        <p:txBody>
          <a:bodyPr wrap="square" lIns="0" tIns="0" rIns="0" bIns="0" rtlCol="0" anchor="t"/>
          <a:lstStyle>
            <a:lvl1pPr marL="0" indent="0" algn="l">
              <a:lnSpc>
                <a:spcPct val="80000"/>
              </a:lnSpc>
              <a:buNone/>
              <a:defRPr lang="en-US" sz="3200" dirty="0">
                <a:solidFill>
                  <a:srgbClr val="FFFFFF"/>
                </a:solidFill>
                <a:latin typeface="Aptos" pitchFamily="34" charset="0"/>
                <a:ea typeface="Aptos" pitchFamily="34" charset="-122"/>
                <a:cs typeface="Aptos" pitchFamily="34" charset="-120"/>
              </a:defRPr>
            </a:lvl1pPr>
          </a:lstStyle>
          <a:p>
            <a:pPr marL="0" indent="0" algn="l">
              <a:lnSpc>
                <a:spcPct val="80000"/>
              </a:lnSpc>
              <a:buNone/>
            </a:pPr>
            <a:r>
              <a:rPr lang="en-US" sz="3200" dirty="0">
                <a:solidFill>
                  <a:srgbClr val="FFFFFF"/>
                </a:solidFill>
                <a:latin typeface="Aptos" pitchFamily="34" charset="0"/>
                <a:ea typeface="Aptos" pitchFamily="34" charset="-122"/>
                <a:cs typeface="Aptos" pitchFamily="34" charset="-120"/>
              </a:rPr>
              <a:t>Closing line</a:t>
            </a:r>
            <a:endParaRPr lang="en-US" sz="3200" dirty="0"/>
          </a:p>
        </p:txBody>
      </p:sp>
      <p:sp>
        <p:nvSpPr>
          <p:cNvPr id="4" name="Contact"/>
          <p:cNvSpPr>
            <a:spLocks noGrp="1"/>
          </p:cNvSpPr>
          <p:nvPr>
            <p:ph type="body" idx="102" hasCustomPrompt="1"/>
          </p:nvPr>
        </p:nvSpPr>
        <p:spPr>
          <a:xfrm>
            <a:off x="634594" y="4434840"/>
            <a:ext cx="5486400" cy="914400"/>
          </a:xfrm>
          <a:prstGeom prst="rect">
            <a:avLst/>
          </a:prstGeom>
          <a:noFill/>
          <a:ln/>
        </p:spPr>
        <p:txBody>
          <a:bodyPr wrap="square" lIns="0" tIns="0" rIns="0" bIns="0" rtlCol="0" anchor="t"/>
          <a:lstStyle>
            <a:lvl1pPr marL="0" indent="0" algn="l">
              <a:lnSpc>
                <a:spcPct val="80000"/>
              </a:lnSpc>
              <a:spcAft>
                <a:spcPts val="600"/>
              </a:spcAft>
              <a:buNone/>
              <a:defRPr lang="en-US" sz="1800" dirty="0">
                <a:solidFill>
                  <a:srgbClr val="B7BFCA"/>
                </a:solidFill>
                <a:latin typeface="Aptos" pitchFamily="34" charset="0"/>
                <a:ea typeface="Aptos" pitchFamily="34" charset="-122"/>
                <a:cs typeface="Aptos" pitchFamily="34" charset="-120"/>
              </a:defRPr>
            </a:lvl1pPr>
          </a:lstStyle>
          <a:p>
            <a:pPr marL="0" indent="0" algn="l">
              <a:lnSpc>
                <a:spcPct val="80000"/>
              </a:lnSpc>
              <a:spcAft>
                <a:spcPts val="600"/>
              </a:spcAft>
              <a:buNone/>
            </a:pPr>
            <a:r>
              <a:rPr lang="en-US" sz="1800" dirty="0">
                <a:solidFill>
                  <a:srgbClr val="B7BFCA"/>
                </a:solidFill>
                <a:latin typeface="Aptos" pitchFamily="34" charset="0"/>
                <a:ea typeface="Aptos" pitchFamily="34" charset="-122"/>
                <a:cs typeface="Aptos" pitchFamily="34" charset="-120"/>
              </a:rPr>
              <a:t>[Name Surname]</a:t>
            </a:r>
            <a:endParaRPr lang="en-US" sz="1800" dirty="0"/>
          </a:p>
          <a:p>
            <a:pPr marL="0" indent="0" algn="l">
              <a:lnSpc>
                <a:spcPct val="80000"/>
              </a:lnSpc>
              <a:spcAft>
                <a:spcPts val="600"/>
              </a:spcAft>
              <a:buNone/>
            </a:pPr>
            <a:r>
              <a:rPr lang="en-US" sz="1800" dirty="0">
                <a:solidFill>
                  <a:srgbClr val="B7BFCA"/>
                </a:solidFill>
                <a:latin typeface="Aptos" pitchFamily="34" charset="0"/>
                <a:ea typeface="Aptos" pitchFamily="34" charset="-122"/>
                <a:cs typeface="Aptos" pitchFamily="34" charset="-120"/>
              </a:rPr>
              <a:t>[email]</a:t>
            </a:r>
            <a:endParaRPr lang="en-US" sz="1800" dirty="0"/>
          </a:p>
          <a:p>
            <a:pPr marL="0" indent="0" algn="l">
              <a:lnSpc>
                <a:spcPct val="80000"/>
              </a:lnSpc>
              <a:spcAft>
                <a:spcPts val="600"/>
              </a:spcAft>
              <a:buNone/>
            </a:pPr>
            <a:r>
              <a:rPr lang="en-US" sz="1800" dirty="0">
                <a:solidFill>
                  <a:srgbClr val="B7BFCA"/>
                </a:solidFill>
                <a:latin typeface="Aptos" pitchFamily="34" charset="0"/>
                <a:ea typeface="Aptos" pitchFamily="34" charset="-122"/>
                <a:cs typeface="Aptos" pitchFamily="34" charset="-120"/>
              </a:rPr>
              <a:t>iqm.tech</a:t>
            </a:r>
            <a:endParaRPr lang="en-US" sz="1800" dirty="0"/>
          </a:p>
        </p:txBody>
      </p:sp>
      <p:pic>
        <p:nvPicPr>
          <p:cNvPr id="5" name="Image 0" descr="assets/logo_white.png"/>
          <p:cNvPicPr>
            <a:picLocks noChangeAspect="1"/>
          </p:cNvPicPr>
          <p:nvPr/>
        </p:nvPicPr>
        <p:blipFill>
          <a:blip r:embed="rId3"/>
          <a:stretch>
            <a:fillRect/>
          </a:stretch>
        </p:blipFill>
        <p:spPr>
          <a:xfrm>
            <a:off x="634594" y="6233465"/>
            <a:ext cx="636422" cy="225857"/>
          </a:xfrm>
          <a:prstGeom prst="rect">
            <a:avLst/>
          </a:prstGeom>
        </p:spPr>
      </p:pic>
      <p:sp>
        <p:nvSpPr>
          <p:cNvPr id="6"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FFFFFF"/>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FFFFFF"/>
                </a:solidFill>
                <a:latin typeface="Aptos" pitchFamily="34" charset="0"/>
                <a:ea typeface="Aptos" pitchFamily="34" charset="-122"/>
                <a:cs typeface="Aptos" pitchFamily="34" charset="-120"/>
              </a:rPr>
              <a:t>Delivered.</a:t>
            </a:r>
            <a:endParaRPr lang="en-US" sz="80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pic>
        <p:nvPicPr>
          <p:cNvPr id="3"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4"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5" name="Source"/>
          <p:cNvSpPr>
            <a:spLocks noGrp="1"/>
          </p:cNvSpPr>
          <p:nvPr>
            <p:ph type="body" idx="103"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 dark">
    <p:bg>
      <p:bgPr>
        <a:solidFill>
          <a:srgbClr val="060E1D"/>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FFFFFF"/>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FFFFFF"/>
                </a:solidFill>
                <a:latin typeface="Aptos Display" pitchFamily="34" charset="0"/>
                <a:ea typeface="Aptos Display" pitchFamily="34" charset="-122"/>
                <a:cs typeface="Aptos Display" pitchFamily="34" charset="-120"/>
              </a:rPr>
              <a:t>Slide title in sentence case, up to two lines</a:t>
            </a:r>
            <a:endParaRPr lang="en-US" sz="4400" dirty="0"/>
          </a:p>
        </p:txBody>
      </p:sp>
      <p:pic>
        <p:nvPicPr>
          <p:cNvPr id="3" name="Image 0" descr="assets/logo_white.png"/>
          <p:cNvPicPr>
            <a:picLocks noChangeAspect="1"/>
          </p:cNvPicPr>
          <p:nvPr/>
        </p:nvPicPr>
        <p:blipFill>
          <a:blip r:embed="rId2"/>
          <a:stretch>
            <a:fillRect/>
          </a:stretch>
        </p:blipFill>
        <p:spPr>
          <a:xfrm>
            <a:off x="634594" y="6233465"/>
            <a:ext cx="636422" cy="225857"/>
          </a:xfrm>
          <a:prstGeom prst="rect">
            <a:avLst/>
          </a:prstGeom>
        </p:spPr>
      </p:pic>
      <p:sp>
        <p:nvSpPr>
          <p:cNvPr id="4"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FFFFFF"/>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FFFFFF"/>
                </a:solidFill>
                <a:latin typeface="Aptos" pitchFamily="34" charset="0"/>
                <a:ea typeface="Aptos" pitchFamily="34" charset="-122"/>
                <a:cs typeface="Aptos" pitchFamily="34" charset="-120"/>
              </a:rPr>
              <a:t>Delivered.</a:t>
            </a:r>
            <a:endParaRPr lang="en-US" sz="800" dirty="0"/>
          </a:p>
        </p:txBody>
      </p:sp>
      <p:sp>
        <p:nvSpPr>
          <p:cNvPr id="5" name="Source"/>
          <p:cNvSpPr>
            <a:spLocks noGrp="1"/>
          </p:cNvSpPr>
          <p:nvPr>
            <p:ph type="body" idx="103"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B7BFCA"/>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B7BFCA"/>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FFFFFF"/>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 text">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Body"/>
          <p:cNvSpPr>
            <a:spLocks noGrp="1"/>
          </p:cNvSpPr>
          <p:nvPr>
            <p:ph type="body" idx="101" hasCustomPrompt="1"/>
          </p:nvPr>
        </p:nvSpPr>
        <p:spPr>
          <a:xfrm>
            <a:off x="634594" y="1691640"/>
            <a:ext cx="7223760" cy="4206240"/>
          </a:xfrm>
          <a:prstGeom prst="rect">
            <a:avLst/>
          </a:prstGeom>
          <a:noFill/>
          <a:ln/>
        </p:spPr>
        <p:txBody>
          <a:bodyPr wrap="square" lIns="0" tIns="0" rIns="0" bIns="0" rtlCol="0" anchor="t"/>
          <a:lstStyle>
            <a:lvl1pPr marL="0" indent="0" algn="l">
              <a:lnSpc>
                <a:spcPct val="80000"/>
              </a:lnSpc>
              <a:spcAft>
                <a:spcPts val="1000"/>
              </a:spcAft>
              <a:buNone/>
              <a:defRPr lang="en-US" sz="2000" dirty="0">
                <a:solidFill>
                  <a:srgbClr val="060E1D"/>
                </a:solidFill>
                <a:latin typeface="Aptos" pitchFamily="34" charset="0"/>
                <a:ea typeface="Aptos" pitchFamily="34" charset="-122"/>
                <a:cs typeface="Aptos" pitchFamily="34" charset="-120"/>
              </a:defRPr>
            </a:lvl1pPr>
          </a:lstStyle>
          <a:p>
            <a:pPr marL="0" indent="0" algn="l">
              <a:lnSpc>
                <a:spcPct val="80000"/>
              </a:lnSpc>
              <a:spcAft>
                <a:spcPts val="1000"/>
              </a:spcAft>
              <a:buNone/>
            </a:pPr>
            <a:r>
              <a:rPr lang="en-US" sz="2000" dirty="0">
                <a:solidFill>
                  <a:srgbClr val="060E1D"/>
                </a:solidFill>
                <a:latin typeface="Aptos" pitchFamily="34" charset="0"/>
                <a:ea typeface="Aptos" pitchFamily="34" charset="-122"/>
                <a:cs typeface="Aptos" pitchFamily="34" charset="-120"/>
              </a:rPr>
              <a:t>Body text, 20pt</a:t>
            </a:r>
            <a:endParaRPr lang="en-US" sz="2000" dirty="0"/>
          </a:p>
        </p:txBody>
      </p:sp>
      <p:sp>
        <p:nvSpPr>
          <p:cNvPr id="4" name="Text 0"/>
          <p:cNvSpPr/>
          <p:nvPr/>
        </p:nvSpPr>
        <p:spPr>
          <a:xfrm>
            <a:off x="8458200" y="1691640"/>
            <a:ext cx="3098902" cy="2743200"/>
          </a:xfrm>
          <a:prstGeom prst="roundRect">
            <a:avLst>
              <a:gd name="adj" fmla="val 3333"/>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5" name="Key number"/>
          <p:cNvSpPr>
            <a:spLocks noGrp="1"/>
          </p:cNvSpPr>
          <p:nvPr>
            <p:ph type="body" idx="103" hasCustomPrompt="1"/>
          </p:nvPr>
        </p:nvSpPr>
        <p:spPr>
          <a:xfrm>
            <a:off x="8778240" y="2011680"/>
            <a:ext cx="2458822" cy="868680"/>
          </a:xfrm>
          <a:prstGeom prst="rect">
            <a:avLst/>
          </a:prstGeom>
          <a:noFill/>
          <a:ln/>
        </p:spPr>
        <p:txBody>
          <a:bodyPr wrap="square" lIns="0" tIns="0" rIns="0" bIns="0" rtlCol="0" anchor="t"/>
          <a:lstStyle>
            <a:lvl1pPr marL="0" indent="0" algn="l">
              <a:lnSpc>
                <a:spcPct val="80000"/>
              </a:lnSpc>
              <a:buNone/>
              <a:defRPr lang="en-US" sz="60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60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6000" dirty="0"/>
          </a:p>
        </p:txBody>
      </p:sp>
      <p:sp>
        <p:nvSpPr>
          <p:cNvPr id="6" name="Key fact"/>
          <p:cNvSpPr>
            <a:spLocks noGrp="1"/>
          </p:cNvSpPr>
          <p:nvPr>
            <p:ph type="body" idx="104" hasCustomPrompt="1"/>
          </p:nvPr>
        </p:nvSpPr>
        <p:spPr>
          <a:xfrm>
            <a:off x="8778240" y="3017520"/>
            <a:ext cx="2458822" cy="118872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800" dirty="0">
                <a:solidFill>
                  <a:srgbClr val="060E1D"/>
                </a:solidFill>
                <a:latin typeface="Aptos" pitchFamily="34" charset="0"/>
                <a:ea typeface="Aptos" pitchFamily="34" charset="-122"/>
                <a:cs typeface="Aptos" pitchFamily="34" charset="-120"/>
              </a:rPr>
              <a:t>What the number means</a:t>
            </a:r>
            <a:endParaRPr lang="en-US" sz="1800" dirty="0"/>
          </a:p>
        </p:txBody>
      </p:sp>
      <p:pic>
        <p:nvPicPr>
          <p:cNvPr id="7"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8" name="Text 1"/>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9" name="Source"/>
          <p:cNvSpPr>
            <a:spLocks noGrp="1"/>
          </p:cNvSpPr>
          <p:nvPr>
            <p:ph type="body" idx="107"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 text · two columns">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Body 2col"/>
          <p:cNvSpPr>
            <a:spLocks noGrp="1"/>
          </p:cNvSpPr>
          <p:nvPr>
            <p:ph type="body" idx="101" hasCustomPrompt="1"/>
          </p:nvPr>
        </p:nvSpPr>
        <p:spPr>
          <a:xfrm>
            <a:off x="634594" y="1691640"/>
            <a:ext cx="10922508" cy="4206240"/>
          </a:xfrm>
          <a:prstGeom prst="rect">
            <a:avLst/>
          </a:prstGeom>
          <a:noFill/>
          <a:ln/>
        </p:spPr>
        <p:txBody>
          <a:bodyPr wrap="square" lIns="0" tIns="0" rIns="0" bIns="0" numCol="2" spcCol="320040" rtlCol="0" anchor="t"/>
          <a:lstStyle>
            <a:lvl1pPr marL="0" indent="0" algn="l">
              <a:lnSpc>
                <a:spcPct val="80000"/>
              </a:lnSpc>
              <a:spcAft>
                <a:spcPts val="800"/>
              </a:spcAft>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spcAft>
                <a:spcPts val="800"/>
              </a:spcAft>
              <a:buNone/>
            </a:pPr>
            <a:r>
              <a:rPr lang="en-US" sz="1600" dirty="0">
                <a:solidFill>
                  <a:srgbClr val="060E1D"/>
                </a:solidFill>
                <a:latin typeface="Aptos" pitchFamily="34" charset="0"/>
                <a:ea typeface="Aptos" pitchFamily="34" charset="-122"/>
                <a:cs typeface="Aptos" pitchFamily="34" charset="-120"/>
              </a:rPr>
              <a:t>Body text in two columns, 16pt</a:t>
            </a:r>
            <a:endParaRPr lang="en-US" sz="1600" dirty="0"/>
          </a:p>
        </p:txBody>
      </p:sp>
      <p:pic>
        <p:nvPicPr>
          <p:cNvPr id="4"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5"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6" name="Source"/>
          <p:cNvSpPr>
            <a:spLocks noGrp="1"/>
          </p:cNvSpPr>
          <p:nvPr>
            <p:ph type="body" idx="104"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 text · pattern pane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6035040"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Body"/>
          <p:cNvSpPr>
            <a:spLocks noGrp="1"/>
          </p:cNvSpPr>
          <p:nvPr>
            <p:ph type="body" idx="101" hasCustomPrompt="1"/>
          </p:nvPr>
        </p:nvSpPr>
        <p:spPr>
          <a:xfrm>
            <a:off x="634594" y="1691640"/>
            <a:ext cx="5669280" cy="4206240"/>
          </a:xfrm>
          <a:prstGeom prst="rect">
            <a:avLst/>
          </a:prstGeom>
          <a:noFill/>
          <a:ln/>
        </p:spPr>
        <p:txBody>
          <a:bodyPr wrap="square" lIns="0" tIns="0" rIns="0" bIns="0" rtlCol="0" anchor="t"/>
          <a:lstStyle>
            <a:lvl1pPr marL="0" indent="0" algn="l">
              <a:lnSpc>
                <a:spcPct val="80000"/>
              </a:lnSpc>
              <a:spcAft>
                <a:spcPts val="1000"/>
              </a:spcAft>
              <a:buNone/>
              <a:defRPr lang="en-US" sz="2000" dirty="0">
                <a:solidFill>
                  <a:srgbClr val="060E1D"/>
                </a:solidFill>
                <a:latin typeface="Aptos" pitchFamily="34" charset="0"/>
                <a:ea typeface="Aptos" pitchFamily="34" charset="-122"/>
                <a:cs typeface="Aptos" pitchFamily="34" charset="-120"/>
              </a:defRPr>
            </a:lvl1pPr>
          </a:lstStyle>
          <a:p>
            <a:pPr marL="0" indent="0" algn="l">
              <a:lnSpc>
                <a:spcPct val="80000"/>
              </a:lnSpc>
              <a:spcAft>
                <a:spcPts val="1000"/>
              </a:spcAft>
              <a:buNone/>
            </a:pPr>
            <a:r>
              <a:rPr lang="en-US" sz="2000" dirty="0">
                <a:solidFill>
                  <a:srgbClr val="060E1D"/>
                </a:solidFill>
                <a:latin typeface="Aptos" pitchFamily="34" charset="0"/>
                <a:ea typeface="Aptos" pitchFamily="34" charset="-122"/>
                <a:cs typeface="Aptos" pitchFamily="34" charset="-120"/>
              </a:rPr>
              <a:t>Body text, 20pt</a:t>
            </a:r>
            <a:endParaRPr lang="en-US" sz="2000" dirty="0"/>
          </a:p>
        </p:txBody>
      </p:sp>
      <p:pic>
        <p:nvPicPr>
          <p:cNvPr id="4" name="Image 0" descr="assets/logo_dark.png"/>
          <p:cNvPicPr>
            <a:picLocks noChangeAspect="1"/>
          </p:cNvPicPr>
          <p:nvPr/>
        </p:nvPicPr>
        <p:blipFill>
          <a:blip r:embed="rId3"/>
          <a:stretch>
            <a:fillRect/>
          </a:stretch>
        </p:blipFill>
        <p:spPr>
          <a:xfrm>
            <a:off x="634594" y="6233465"/>
            <a:ext cx="636422" cy="225857"/>
          </a:xfrm>
          <a:prstGeom prst="rect">
            <a:avLst/>
          </a:prstGeom>
        </p:spPr>
      </p:pic>
      <p:sp>
        <p:nvSpPr>
          <p:cNvPr id="5"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6" name="Source"/>
          <p:cNvSpPr>
            <a:spLocks noGrp="1"/>
          </p:cNvSpPr>
          <p:nvPr>
            <p:ph type="body" idx="104" hasCustomPrompt="1"/>
          </p:nvPr>
        </p:nvSpPr>
        <p:spPr>
          <a:xfrm>
            <a:off x="3017520" y="6208776"/>
            <a:ext cx="3108960"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 text + photo">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6035040"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Body"/>
          <p:cNvSpPr>
            <a:spLocks noGrp="1"/>
          </p:cNvSpPr>
          <p:nvPr>
            <p:ph type="body" idx="101" hasCustomPrompt="1"/>
          </p:nvPr>
        </p:nvSpPr>
        <p:spPr>
          <a:xfrm>
            <a:off x="634594" y="1691640"/>
            <a:ext cx="5760720" cy="4206240"/>
          </a:xfrm>
          <a:prstGeom prst="rect">
            <a:avLst/>
          </a:prstGeom>
          <a:noFill/>
          <a:ln/>
        </p:spPr>
        <p:txBody>
          <a:bodyPr wrap="square" lIns="0" tIns="0" rIns="0" bIns="0" rtlCol="0" anchor="t"/>
          <a:lstStyle>
            <a:lvl1pPr marL="0" indent="0" algn="l">
              <a:lnSpc>
                <a:spcPct val="80000"/>
              </a:lnSpc>
              <a:spcAft>
                <a:spcPts val="1200"/>
              </a:spcAft>
              <a:buNone/>
              <a:defRPr lang="en-US" sz="1800" dirty="0">
                <a:solidFill>
                  <a:srgbClr val="060E1D"/>
                </a:solidFill>
                <a:latin typeface="Aptos" pitchFamily="34" charset="0"/>
                <a:ea typeface="Aptos" pitchFamily="34" charset="-122"/>
                <a:cs typeface="Aptos" pitchFamily="34" charset="-120"/>
              </a:defRPr>
            </a:lvl1pPr>
          </a:lstStyle>
          <a:p>
            <a:pPr marL="0" indent="0" algn="l">
              <a:lnSpc>
                <a:spcPct val="80000"/>
              </a:lnSpc>
              <a:spcAft>
                <a:spcPts val="1200"/>
              </a:spcAft>
              <a:buNone/>
            </a:pPr>
            <a:r>
              <a:rPr lang="en-US" sz="1800" dirty="0">
                <a:solidFill>
                  <a:srgbClr val="060E1D"/>
                </a:solidFill>
                <a:latin typeface="Aptos" pitchFamily="34" charset="0"/>
                <a:ea typeface="Aptos" pitchFamily="34" charset="-122"/>
                <a:cs typeface="Aptos" pitchFamily="34" charset="-120"/>
              </a:rPr>
              <a:t>Body text, 18pt</a:t>
            </a:r>
            <a:endParaRPr lang="en-US" sz="1800" dirty="0"/>
          </a:p>
        </p:txBody>
      </p:sp>
      <p:sp>
        <p:nvSpPr>
          <p:cNvPr id="4" name="Photo"/>
          <p:cNvSpPr>
            <a:spLocks noGrp="1"/>
          </p:cNvSpPr>
          <p:nvPr>
            <p:ph type="pic" idx="102" hasCustomPrompt="1"/>
          </p:nvPr>
        </p:nvSpPr>
        <p:spPr>
          <a:xfrm>
            <a:off x="7086600" y="0"/>
            <a:ext cx="5105095"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pic>
        <p:nvPicPr>
          <p:cNvPr id="5"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6"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7" name="Source"/>
          <p:cNvSpPr>
            <a:spLocks noGrp="1"/>
          </p:cNvSpPr>
          <p:nvPr>
            <p:ph type="body" idx="105" hasCustomPrompt="1"/>
          </p:nvPr>
        </p:nvSpPr>
        <p:spPr>
          <a:xfrm>
            <a:off x="3017520" y="6208776"/>
            <a:ext cx="3108960"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ullets · arrow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6035040"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Body"/>
          <p:cNvSpPr>
            <a:spLocks noGrp="1"/>
          </p:cNvSpPr>
          <p:nvPr>
            <p:ph type="body" idx="101" hasCustomPrompt="1"/>
          </p:nvPr>
        </p:nvSpPr>
        <p:spPr>
          <a:xfrm>
            <a:off x="634594" y="1691640"/>
            <a:ext cx="5760720" cy="4206240"/>
          </a:xfrm>
          <a:prstGeom prst="rect">
            <a:avLst/>
          </a:prstGeom>
          <a:noFill/>
          <a:ln/>
        </p:spPr>
        <p:txBody>
          <a:bodyPr wrap="square" lIns="0" tIns="0" rIns="0" bIns="0" rtlCol="0" anchor="t"/>
          <a:lstStyle>
            <a:lvl1pPr marL="384048" indent="-384048" algn="l">
              <a:lnSpc>
                <a:spcPct val="80000"/>
              </a:lnSpc>
              <a:spcAft>
                <a:spcPts val="800"/>
              </a:spcAft>
              <a:buFont typeface="Aptos"/>
              <a:buChar char="→"/>
              <a:defRPr lang="en-US" sz="2000" dirty="0">
                <a:solidFill>
                  <a:srgbClr val="060E1D"/>
                </a:solidFill>
                <a:latin typeface="Aptos" pitchFamily="34" charset="0"/>
                <a:ea typeface="Aptos" pitchFamily="34" charset="-122"/>
                <a:cs typeface="Aptos" pitchFamily="34" charset="-120"/>
              </a:defRPr>
            </a:lvl1pPr>
          </a:lstStyle>
          <a:p>
            <a:pPr algn="l">
              <a:lnSpc>
                <a:spcPct val="80000"/>
              </a:lnSpc>
            </a:pPr>
            <a:r>
              <a:rPr lang="en-US" sz="2000" dirty="0">
                <a:solidFill>
                  <a:srgbClr val="060E1D"/>
                </a:solidFill>
                <a:latin typeface="Aptos" pitchFamily="34" charset="0"/>
                <a:ea typeface="Aptos" pitchFamily="34" charset="-122"/>
                <a:cs typeface="Aptos" pitchFamily="34" charset="-120"/>
              </a:rPr>
              <a:t>Arrow bullet, 20pt</a:t>
            </a:r>
            <a:endParaRPr lang="en-US" sz="2000" dirty="0"/>
          </a:p>
        </p:txBody>
      </p:sp>
      <p:pic>
        <p:nvPicPr>
          <p:cNvPr id="4" name="Image 0" descr="assets/logo_dark.png"/>
          <p:cNvPicPr>
            <a:picLocks noChangeAspect="1"/>
          </p:cNvPicPr>
          <p:nvPr/>
        </p:nvPicPr>
        <p:blipFill>
          <a:blip r:embed="rId3"/>
          <a:stretch>
            <a:fillRect/>
          </a:stretch>
        </p:blipFill>
        <p:spPr>
          <a:xfrm>
            <a:off x="634594" y="6233465"/>
            <a:ext cx="636422" cy="225857"/>
          </a:xfrm>
          <a:prstGeom prst="rect">
            <a:avLst/>
          </a:prstGeom>
        </p:spPr>
      </p:pic>
      <p:sp>
        <p:nvSpPr>
          <p:cNvPr id="5"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6" name="Source"/>
          <p:cNvSpPr>
            <a:spLocks noGrp="1"/>
          </p:cNvSpPr>
          <p:nvPr>
            <p:ph type="body" idx="104" hasCustomPrompt="1"/>
          </p:nvPr>
        </p:nvSpPr>
        <p:spPr>
          <a:xfrm>
            <a:off x="3017520" y="6208776"/>
            <a:ext cx="3108960"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ullets · arrows + photo">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6035040"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Body"/>
          <p:cNvSpPr>
            <a:spLocks noGrp="1"/>
          </p:cNvSpPr>
          <p:nvPr>
            <p:ph type="body" idx="101" hasCustomPrompt="1"/>
          </p:nvPr>
        </p:nvSpPr>
        <p:spPr>
          <a:xfrm>
            <a:off x="634594" y="1691640"/>
            <a:ext cx="5760720" cy="4206240"/>
          </a:xfrm>
          <a:prstGeom prst="rect">
            <a:avLst/>
          </a:prstGeom>
          <a:noFill/>
          <a:ln/>
        </p:spPr>
        <p:txBody>
          <a:bodyPr wrap="square" lIns="0" tIns="0" rIns="0" bIns="0" rtlCol="0" anchor="t"/>
          <a:lstStyle>
            <a:lvl1pPr marL="384048" indent="-384048" algn="l">
              <a:lnSpc>
                <a:spcPct val="80000"/>
              </a:lnSpc>
              <a:spcAft>
                <a:spcPts val="800"/>
              </a:spcAft>
              <a:buFont typeface="Aptos"/>
              <a:buChar char="→"/>
              <a:defRPr lang="en-US" sz="2000" dirty="0">
                <a:solidFill>
                  <a:srgbClr val="060E1D"/>
                </a:solidFill>
                <a:latin typeface="Aptos" pitchFamily="34" charset="0"/>
                <a:ea typeface="Aptos" pitchFamily="34" charset="-122"/>
                <a:cs typeface="Aptos" pitchFamily="34" charset="-120"/>
              </a:defRPr>
            </a:lvl1pPr>
          </a:lstStyle>
          <a:p>
            <a:pPr algn="l">
              <a:lnSpc>
                <a:spcPct val="80000"/>
              </a:lnSpc>
            </a:pPr>
            <a:r>
              <a:rPr lang="en-US" sz="2000" dirty="0">
                <a:solidFill>
                  <a:srgbClr val="060E1D"/>
                </a:solidFill>
                <a:latin typeface="Aptos" pitchFamily="34" charset="0"/>
                <a:ea typeface="Aptos" pitchFamily="34" charset="-122"/>
                <a:cs typeface="Aptos" pitchFamily="34" charset="-120"/>
              </a:rPr>
              <a:t>Arrow bullet, 20pt</a:t>
            </a:r>
            <a:endParaRPr lang="en-US" sz="2000" dirty="0"/>
          </a:p>
        </p:txBody>
      </p:sp>
      <p:sp>
        <p:nvSpPr>
          <p:cNvPr id="4" name="Photo"/>
          <p:cNvSpPr>
            <a:spLocks noGrp="1"/>
          </p:cNvSpPr>
          <p:nvPr>
            <p:ph type="pic" idx="102" hasCustomPrompt="1"/>
          </p:nvPr>
        </p:nvSpPr>
        <p:spPr>
          <a:xfrm>
            <a:off x="7086600" y="0"/>
            <a:ext cx="5105095"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pic>
        <p:nvPicPr>
          <p:cNvPr id="5"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6"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7" name="Source"/>
          <p:cNvSpPr>
            <a:spLocks noGrp="1"/>
          </p:cNvSpPr>
          <p:nvPr>
            <p:ph type="body" idx="105" hasCustomPrompt="1"/>
          </p:nvPr>
        </p:nvSpPr>
        <p:spPr>
          <a:xfrm>
            <a:off x="3017520" y="6208776"/>
            <a:ext cx="3108960"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ullets · check lists">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Text 0"/>
          <p:cNvSpPr/>
          <p:nvPr/>
        </p:nvSpPr>
        <p:spPr>
          <a:xfrm>
            <a:off x="634594" y="1691640"/>
            <a:ext cx="5323637" cy="3429000"/>
          </a:xfrm>
          <a:prstGeom prst="roundRect">
            <a:avLst>
              <a:gd name="adj" fmla="val 2667"/>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4" name="Card heading 1"/>
          <p:cNvSpPr>
            <a:spLocks noGrp="1"/>
          </p:cNvSpPr>
          <p:nvPr>
            <p:ph type="body" idx="102" hasCustomPrompt="1"/>
          </p:nvPr>
        </p:nvSpPr>
        <p:spPr>
          <a:xfrm>
            <a:off x="1000354" y="2011680"/>
            <a:ext cx="4592117" cy="411480"/>
          </a:xfrm>
          <a:prstGeom prst="rect">
            <a:avLst/>
          </a:prstGeom>
          <a:noFill/>
          <a:ln/>
        </p:spPr>
        <p:txBody>
          <a:bodyPr wrap="square" lIns="0" tIns="0" rIns="0" bIns="0" rtlCol="0" anchor="t"/>
          <a:lstStyle>
            <a:lvl1pPr marL="0" indent="0" algn="l">
              <a:lnSpc>
                <a:spcPct val="80000"/>
              </a:lnSpc>
              <a:buNone/>
              <a:defRPr lang="en-US" sz="24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400" dirty="0">
                <a:solidFill>
                  <a:srgbClr val="060E1D"/>
                </a:solidFill>
                <a:latin typeface="Aptos SemiBold" pitchFamily="34" charset="0"/>
                <a:ea typeface="Aptos SemiBold" pitchFamily="34" charset="-122"/>
                <a:cs typeface="Aptos SemiBold" pitchFamily="34" charset="-120"/>
              </a:rPr>
              <a:t>Card heading</a:t>
            </a:r>
            <a:endParaRPr lang="en-US" sz="2400" dirty="0"/>
          </a:p>
        </p:txBody>
      </p:sp>
      <p:sp>
        <p:nvSpPr>
          <p:cNvPr id="5" name="Card focus 1"/>
          <p:cNvSpPr>
            <a:spLocks noGrp="1"/>
          </p:cNvSpPr>
          <p:nvPr>
            <p:ph type="body" idx="103" hasCustomPrompt="1"/>
          </p:nvPr>
        </p:nvSpPr>
        <p:spPr>
          <a:xfrm>
            <a:off x="1000354" y="2560320"/>
            <a:ext cx="4592117" cy="457200"/>
          </a:xfrm>
          <a:prstGeom prst="rect">
            <a:avLst/>
          </a:prstGeom>
          <a:noFill/>
          <a:ln/>
        </p:spPr>
        <p:txBody>
          <a:bodyPr wrap="square" lIns="0" tIns="0" rIns="0" bIns="0" rtlCol="0" anchor="t"/>
          <a:lstStyle>
            <a:lvl1pPr marL="0" indent="0" algn="l">
              <a:lnSpc>
                <a:spcPct val="80000"/>
              </a:lnSpc>
              <a:buNone/>
              <a:defRPr lang="en-US" sz="16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5B6472"/>
                </a:solidFill>
                <a:latin typeface="Aptos" pitchFamily="34" charset="0"/>
                <a:ea typeface="Aptos" pitchFamily="34" charset="-122"/>
                <a:cs typeface="Aptos" pitchFamily="34" charset="-120"/>
              </a:rPr>
              <a:t>Focus line</a:t>
            </a:r>
            <a:endParaRPr lang="en-US" sz="1600" dirty="0"/>
          </a:p>
        </p:txBody>
      </p:sp>
      <p:sp>
        <p:nvSpPr>
          <p:cNvPr id="6" name="Shape 1"/>
          <p:cNvSpPr/>
          <p:nvPr/>
        </p:nvSpPr>
        <p:spPr>
          <a:xfrm>
            <a:off x="1000354" y="3154680"/>
            <a:ext cx="4592117" cy="0"/>
          </a:xfrm>
          <a:prstGeom prst="line">
            <a:avLst/>
          </a:prstGeom>
          <a:noFill/>
          <a:ln w="9525">
            <a:solidFill>
              <a:srgbClr val="C9CED6"/>
            </a:solidFill>
            <a:prstDash val="dash"/>
          </a:ln>
        </p:spPr>
        <p:txBody>
          <a:bodyPr/>
          <a:lstStyle/>
          <a:p>
            <a:endParaRPr lang="en-US"/>
          </a:p>
        </p:txBody>
      </p:sp>
      <p:sp>
        <p:nvSpPr>
          <p:cNvPr id="7" name="List 1"/>
          <p:cNvSpPr>
            <a:spLocks noGrp="1"/>
          </p:cNvSpPr>
          <p:nvPr>
            <p:ph type="body" idx="105" hasCustomPrompt="1"/>
          </p:nvPr>
        </p:nvSpPr>
        <p:spPr>
          <a:xfrm>
            <a:off x="1000354" y="3337560"/>
            <a:ext cx="4592117" cy="1645920"/>
          </a:xfrm>
          <a:prstGeom prst="rect">
            <a:avLst/>
          </a:prstGeom>
          <a:noFill/>
          <a:ln/>
        </p:spPr>
        <p:txBody>
          <a:bodyPr wrap="square" lIns="0" tIns="0" rIns="0" bIns="0" rtlCol="0" anchor="t"/>
          <a:lstStyle>
            <a:lvl1pPr marL="329184" indent="-329184" algn="l">
              <a:lnSpc>
                <a:spcPct val="80000"/>
              </a:lnSpc>
              <a:spcAft>
                <a:spcPts val="800"/>
              </a:spcAft>
              <a:buSzPct val="125000"/>
              <a:buBlip>
                <a:blip r:embed="rId2"/>
              </a:buBlip>
              <a:defRPr lang="en-US" sz="1600" dirty="0">
                <a:solidFill>
                  <a:srgbClr val="060E1D"/>
                </a:solidFill>
                <a:latin typeface="Aptos" pitchFamily="34" charset="0"/>
                <a:ea typeface="Aptos" pitchFamily="34" charset="-122"/>
                <a:cs typeface="Aptos" pitchFamily="34" charset="-120"/>
              </a:defRPr>
            </a:lvl1pPr>
          </a:lstStyle>
          <a:p>
            <a:pPr algn="l">
              <a:lnSpc>
                <a:spcPct val="80000"/>
              </a:lnSpc>
            </a:pPr>
            <a:r>
              <a:rPr lang="en-US" sz="1600" dirty="0">
                <a:solidFill>
                  <a:srgbClr val="060E1D"/>
                </a:solidFill>
                <a:latin typeface="Aptos" pitchFamily="34" charset="0"/>
                <a:ea typeface="Aptos" pitchFamily="34" charset="-122"/>
                <a:cs typeface="Aptos" pitchFamily="34" charset="-120"/>
              </a:rPr>
              <a:t>Checked item</a:t>
            </a:r>
            <a:endParaRPr lang="en-US" sz="1600" dirty="0"/>
          </a:p>
        </p:txBody>
      </p:sp>
      <p:sp>
        <p:nvSpPr>
          <p:cNvPr id="8" name="Text 2"/>
          <p:cNvSpPr/>
          <p:nvPr/>
        </p:nvSpPr>
        <p:spPr>
          <a:xfrm>
            <a:off x="6233465" y="1691640"/>
            <a:ext cx="5323637" cy="3429000"/>
          </a:xfrm>
          <a:prstGeom prst="roundRect">
            <a:avLst>
              <a:gd name="adj" fmla="val 2667"/>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9" name="Card heading 2"/>
          <p:cNvSpPr>
            <a:spLocks noGrp="1"/>
          </p:cNvSpPr>
          <p:nvPr>
            <p:ph type="body" idx="107" hasCustomPrompt="1"/>
          </p:nvPr>
        </p:nvSpPr>
        <p:spPr>
          <a:xfrm>
            <a:off x="6599225" y="2011680"/>
            <a:ext cx="4592117" cy="411480"/>
          </a:xfrm>
          <a:prstGeom prst="rect">
            <a:avLst/>
          </a:prstGeom>
          <a:noFill/>
          <a:ln/>
        </p:spPr>
        <p:txBody>
          <a:bodyPr wrap="square" lIns="0" tIns="0" rIns="0" bIns="0" rtlCol="0" anchor="t"/>
          <a:lstStyle>
            <a:lvl1pPr marL="0" indent="0" algn="l">
              <a:lnSpc>
                <a:spcPct val="80000"/>
              </a:lnSpc>
              <a:buNone/>
              <a:defRPr lang="en-US" sz="24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400" dirty="0">
                <a:solidFill>
                  <a:srgbClr val="060E1D"/>
                </a:solidFill>
                <a:latin typeface="Aptos SemiBold" pitchFamily="34" charset="0"/>
                <a:ea typeface="Aptos SemiBold" pitchFamily="34" charset="-122"/>
                <a:cs typeface="Aptos SemiBold" pitchFamily="34" charset="-120"/>
              </a:rPr>
              <a:t>Card heading</a:t>
            </a:r>
            <a:endParaRPr lang="en-US" sz="2400" dirty="0"/>
          </a:p>
        </p:txBody>
      </p:sp>
      <p:sp>
        <p:nvSpPr>
          <p:cNvPr id="10" name="Card focus 2"/>
          <p:cNvSpPr>
            <a:spLocks noGrp="1"/>
          </p:cNvSpPr>
          <p:nvPr>
            <p:ph type="body" idx="108" hasCustomPrompt="1"/>
          </p:nvPr>
        </p:nvSpPr>
        <p:spPr>
          <a:xfrm>
            <a:off x="6599225" y="2560320"/>
            <a:ext cx="4592117" cy="457200"/>
          </a:xfrm>
          <a:prstGeom prst="rect">
            <a:avLst/>
          </a:prstGeom>
          <a:noFill/>
          <a:ln/>
        </p:spPr>
        <p:txBody>
          <a:bodyPr wrap="square" lIns="0" tIns="0" rIns="0" bIns="0" rtlCol="0" anchor="t"/>
          <a:lstStyle>
            <a:lvl1pPr marL="0" indent="0" algn="l">
              <a:lnSpc>
                <a:spcPct val="80000"/>
              </a:lnSpc>
              <a:buNone/>
              <a:defRPr lang="en-US" sz="16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5B6472"/>
                </a:solidFill>
                <a:latin typeface="Aptos" pitchFamily="34" charset="0"/>
                <a:ea typeface="Aptos" pitchFamily="34" charset="-122"/>
                <a:cs typeface="Aptos" pitchFamily="34" charset="-120"/>
              </a:rPr>
              <a:t>Focus line</a:t>
            </a:r>
            <a:endParaRPr lang="en-US" sz="1600" dirty="0"/>
          </a:p>
        </p:txBody>
      </p:sp>
      <p:sp>
        <p:nvSpPr>
          <p:cNvPr id="11" name="Shape 3"/>
          <p:cNvSpPr/>
          <p:nvPr/>
        </p:nvSpPr>
        <p:spPr>
          <a:xfrm>
            <a:off x="6599225" y="3154680"/>
            <a:ext cx="4592117" cy="0"/>
          </a:xfrm>
          <a:prstGeom prst="line">
            <a:avLst/>
          </a:prstGeom>
          <a:noFill/>
          <a:ln w="9525">
            <a:solidFill>
              <a:srgbClr val="C9CED6"/>
            </a:solidFill>
            <a:prstDash val="dash"/>
          </a:ln>
        </p:spPr>
        <p:txBody>
          <a:bodyPr/>
          <a:lstStyle/>
          <a:p>
            <a:endParaRPr lang="en-US"/>
          </a:p>
        </p:txBody>
      </p:sp>
      <p:sp>
        <p:nvSpPr>
          <p:cNvPr id="12" name="List 2"/>
          <p:cNvSpPr>
            <a:spLocks noGrp="1"/>
          </p:cNvSpPr>
          <p:nvPr>
            <p:ph type="body" idx="110" hasCustomPrompt="1"/>
          </p:nvPr>
        </p:nvSpPr>
        <p:spPr>
          <a:xfrm>
            <a:off x="6599225" y="3337560"/>
            <a:ext cx="4592117" cy="1645920"/>
          </a:xfrm>
          <a:prstGeom prst="rect">
            <a:avLst/>
          </a:prstGeom>
          <a:noFill/>
          <a:ln/>
        </p:spPr>
        <p:txBody>
          <a:bodyPr wrap="square" lIns="0" tIns="0" rIns="0" bIns="0" rtlCol="0" anchor="t"/>
          <a:lstStyle>
            <a:lvl1pPr marL="329184" indent="-329184" algn="l">
              <a:lnSpc>
                <a:spcPct val="80000"/>
              </a:lnSpc>
              <a:spcAft>
                <a:spcPts val="800"/>
              </a:spcAft>
              <a:buSzPct val="125000"/>
              <a:buBlip>
                <a:blip r:embed="rId2"/>
              </a:buBlip>
              <a:defRPr lang="en-US" sz="1600" dirty="0">
                <a:solidFill>
                  <a:srgbClr val="060E1D"/>
                </a:solidFill>
                <a:latin typeface="Aptos" pitchFamily="34" charset="0"/>
                <a:ea typeface="Aptos" pitchFamily="34" charset="-122"/>
                <a:cs typeface="Aptos" pitchFamily="34" charset="-120"/>
              </a:defRPr>
            </a:lvl1pPr>
          </a:lstStyle>
          <a:p>
            <a:pPr algn="l">
              <a:lnSpc>
                <a:spcPct val="80000"/>
              </a:lnSpc>
            </a:pPr>
            <a:r>
              <a:rPr lang="en-US" sz="1600" dirty="0">
                <a:solidFill>
                  <a:srgbClr val="060E1D"/>
                </a:solidFill>
                <a:latin typeface="Aptos" pitchFamily="34" charset="0"/>
                <a:ea typeface="Aptos" pitchFamily="34" charset="-122"/>
                <a:cs typeface="Aptos" pitchFamily="34" charset="-120"/>
              </a:rPr>
              <a:t>Checked item</a:t>
            </a:r>
            <a:endParaRPr lang="en-US" sz="1600" dirty="0"/>
          </a:p>
        </p:txBody>
      </p:sp>
      <p:sp>
        <p:nvSpPr>
          <p:cNvPr id="13" name="Row takeaway"/>
          <p:cNvSpPr>
            <a:spLocks noGrp="1"/>
          </p:cNvSpPr>
          <p:nvPr>
            <p:ph type="body" idx="111" hasCustomPrompt="1"/>
          </p:nvPr>
        </p:nvSpPr>
        <p:spPr>
          <a:xfrm>
            <a:off x="634594" y="5303520"/>
            <a:ext cx="10922508" cy="548640"/>
          </a:xfrm>
          <a:prstGeom prst="roundRect">
            <a:avLst>
              <a:gd name="adj" fmla="val 16666"/>
            </a:avLst>
          </a:prstGeom>
          <a:solidFill>
            <a:srgbClr val="E6F8F7"/>
          </a:solidFill>
          <a:ln>
            <a:noFill/>
          </a:ln>
        </p:spPr>
        <p:txBody>
          <a:bodyPr wrap="square" lIns="228600" tIns="0" rIns="228600" bIns="0" rtlCol="0" anchor="ctr"/>
          <a:lstStyle>
            <a:lvl1pPr marL="0" indent="0" algn="l">
              <a:lnSpc>
                <a:spcPct val="10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600" dirty="0">
                <a:solidFill>
                  <a:srgbClr val="060E1D"/>
                </a:solidFill>
                <a:latin typeface="Aptos" pitchFamily="34" charset="0"/>
                <a:ea typeface="Aptos" pitchFamily="34" charset="-122"/>
                <a:cs typeface="Aptos" pitchFamily="34" charset="-120"/>
              </a:rPr>
              <a:t>Takeaway: the one thing to remember</a:t>
            </a:r>
            <a:endParaRPr lang="en-US" sz="1600" dirty="0"/>
          </a:p>
        </p:txBody>
      </p:sp>
      <p:pic>
        <p:nvPicPr>
          <p:cNvPr id="14" name="Image 0" descr="assets/logo_dark.png"/>
          <p:cNvPicPr>
            <a:picLocks noChangeAspect="1"/>
          </p:cNvPicPr>
          <p:nvPr/>
        </p:nvPicPr>
        <p:blipFill>
          <a:blip r:embed="rId3"/>
          <a:stretch>
            <a:fillRect/>
          </a:stretch>
        </p:blipFill>
        <p:spPr>
          <a:xfrm>
            <a:off x="634594" y="6233465"/>
            <a:ext cx="636422" cy="225857"/>
          </a:xfrm>
          <a:prstGeom prst="rect">
            <a:avLst/>
          </a:prstGeom>
        </p:spPr>
      </p:pic>
      <p:sp>
        <p:nvSpPr>
          <p:cNvPr id="15" name="Text 4"/>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6" name="Source"/>
          <p:cNvSpPr>
            <a:spLocks noGrp="1"/>
          </p:cNvSpPr>
          <p:nvPr>
            <p:ph type="body" idx="114"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ullets · check vs cross">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Text 0"/>
          <p:cNvSpPr/>
          <p:nvPr/>
        </p:nvSpPr>
        <p:spPr>
          <a:xfrm>
            <a:off x="634594" y="1691640"/>
            <a:ext cx="5323637" cy="4206240"/>
          </a:xfrm>
          <a:prstGeom prst="roundRect">
            <a:avLst>
              <a:gd name="adj" fmla="val 2174"/>
            </a:avLst>
          </a:prstGeom>
          <a:solidFill>
            <a:srgbClr val="F6F8F9"/>
          </a:solidFill>
          <a:ln/>
        </p:spPr>
        <p:txBody>
          <a:bodyPr wrap="square" lIns="0" tIns="0" rIns="0" bIns="0" rtlCol="0" anchor="ctr"/>
          <a:lstStyle/>
          <a:p>
            <a:pPr marL="0" indent="0" algn="ctr">
              <a:lnSpc>
                <a:spcPct val="80000"/>
              </a:lnSpc>
              <a:buNone/>
            </a:pPr>
            <a:endParaRPr lang="en-US" sz="1400" dirty="0">
              <a:solidFill>
                <a:schemeClr val="tx1"/>
              </a:solidFill>
            </a:endParaRPr>
          </a:p>
        </p:txBody>
      </p:sp>
      <p:sp>
        <p:nvSpPr>
          <p:cNvPr id="4" name="Card heading 1"/>
          <p:cNvSpPr>
            <a:spLocks noGrp="1"/>
          </p:cNvSpPr>
          <p:nvPr>
            <p:ph type="body" idx="102" hasCustomPrompt="1"/>
          </p:nvPr>
        </p:nvSpPr>
        <p:spPr>
          <a:xfrm>
            <a:off x="1000354" y="2011680"/>
            <a:ext cx="4592117" cy="411480"/>
          </a:xfrm>
          <a:prstGeom prst="rect">
            <a:avLst/>
          </a:prstGeom>
          <a:noFill/>
          <a:ln/>
        </p:spPr>
        <p:txBody>
          <a:bodyPr wrap="square" lIns="0" tIns="0" rIns="0" bIns="0" rtlCol="0" anchor="t"/>
          <a:lstStyle>
            <a:lvl1pPr marL="0" indent="0" algn="l">
              <a:lnSpc>
                <a:spcPct val="80000"/>
              </a:lnSpc>
              <a:buNone/>
              <a:defRPr lang="en-US" sz="24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400" dirty="0">
                <a:solidFill>
                  <a:srgbClr val="060E1D"/>
                </a:solidFill>
                <a:latin typeface="Aptos SemiBold" pitchFamily="34" charset="0"/>
                <a:ea typeface="Aptos SemiBold" pitchFamily="34" charset="-122"/>
                <a:cs typeface="Aptos SemiBold" pitchFamily="34" charset="-120"/>
              </a:rPr>
              <a:t>What it is</a:t>
            </a:r>
            <a:endParaRPr lang="en-US" sz="2400" dirty="0"/>
          </a:p>
        </p:txBody>
      </p:sp>
      <p:sp>
        <p:nvSpPr>
          <p:cNvPr id="5" name="List 1"/>
          <p:cNvSpPr>
            <a:spLocks noGrp="1"/>
          </p:cNvSpPr>
          <p:nvPr>
            <p:ph type="body" idx="103" hasCustomPrompt="1"/>
          </p:nvPr>
        </p:nvSpPr>
        <p:spPr>
          <a:xfrm>
            <a:off x="1000354" y="2651760"/>
            <a:ext cx="4592117" cy="2971800"/>
          </a:xfrm>
          <a:prstGeom prst="rect">
            <a:avLst/>
          </a:prstGeom>
          <a:noFill/>
          <a:ln/>
        </p:spPr>
        <p:txBody>
          <a:bodyPr wrap="square" lIns="0" tIns="0" rIns="0" bIns="0" rtlCol="0" anchor="t"/>
          <a:lstStyle>
            <a:lvl1pPr marL="384048" indent="-384048" algn="l">
              <a:lnSpc>
                <a:spcPct val="80000"/>
              </a:lnSpc>
              <a:spcAft>
                <a:spcPts val="800"/>
              </a:spcAft>
              <a:buSzPct val="125000"/>
              <a:buBlip>
                <a:blip r:embed="rId2"/>
              </a:buBlip>
              <a:defRPr lang="en-US" sz="1800" dirty="0">
                <a:solidFill>
                  <a:srgbClr val="060E1D"/>
                </a:solidFill>
                <a:latin typeface="Aptos" pitchFamily="34" charset="0"/>
                <a:ea typeface="Aptos" pitchFamily="34" charset="-122"/>
                <a:cs typeface="Aptos" pitchFamily="34" charset="-120"/>
              </a:defRPr>
            </a:lvl1pPr>
          </a:lstStyle>
          <a:p>
            <a:pPr algn="l">
              <a:lnSpc>
                <a:spcPct val="80000"/>
              </a:lnSpc>
            </a:pPr>
            <a:r>
              <a:rPr lang="en-US" sz="1800" dirty="0">
                <a:solidFill>
                  <a:srgbClr val="060E1D"/>
                </a:solidFill>
                <a:latin typeface="Aptos" pitchFamily="34" charset="0"/>
                <a:ea typeface="Aptos" pitchFamily="34" charset="-122"/>
                <a:cs typeface="Aptos" pitchFamily="34" charset="-120"/>
              </a:rPr>
              <a:t>List item</a:t>
            </a:r>
            <a:endParaRPr lang="en-US" sz="1800" dirty="0"/>
          </a:p>
        </p:txBody>
      </p:sp>
      <p:sp>
        <p:nvSpPr>
          <p:cNvPr id="6" name="Text 1"/>
          <p:cNvSpPr/>
          <p:nvPr/>
        </p:nvSpPr>
        <p:spPr>
          <a:xfrm>
            <a:off x="6233465" y="1691640"/>
            <a:ext cx="5323637" cy="4206240"/>
          </a:xfrm>
          <a:prstGeom prst="roundRect">
            <a:avLst>
              <a:gd name="adj" fmla="val 2174"/>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7" name="Card heading 2"/>
          <p:cNvSpPr>
            <a:spLocks noGrp="1"/>
          </p:cNvSpPr>
          <p:nvPr>
            <p:ph type="body" idx="105" hasCustomPrompt="1"/>
          </p:nvPr>
        </p:nvSpPr>
        <p:spPr>
          <a:xfrm>
            <a:off x="6599225" y="2011680"/>
            <a:ext cx="4592117" cy="411480"/>
          </a:xfrm>
          <a:prstGeom prst="rect">
            <a:avLst/>
          </a:prstGeom>
          <a:noFill/>
          <a:ln/>
        </p:spPr>
        <p:txBody>
          <a:bodyPr wrap="square" lIns="0" tIns="0" rIns="0" bIns="0" rtlCol="0" anchor="t"/>
          <a:lstStyle>
            <a:lvl1pPr marL="0" indent="0" algn="l">
              <a:lnSpc>
                <a:spcPct val="80000"/>
              </a:lnSpc>
              <a:buNone/>
              <a:defRPr lang="en-US" sz="24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400" dirty="0">
                <a:solidFill>
                  <a:srgbClr val="060E1D"/>
                </a:solidFill>
                <a:latin typeface="Aptos SemiBold" pitchFamily="34" charset="0"/>
                <a:ea typeface="Aptos SemiBold" pitchFamily="34" charset="-122"/>
                <a:cs typeface="Aptos SemiBold" pitchFamily="34" charset="-120"/>
              </a:rPr>
              <a:t>What it is not</a:t>
            </a:r>
            <a:endParaRPr lang="en-US" sz="2400" dirty="0"/>
          </a:p>
        </p:txBody>
      </p:sp>
      <p:sp>
        <p:nvSpPr>
          <p:cNvPr id="8" name="List 2"/>
          <p:cNvSpPr>
            <a:spLocks noGrp="1"/>
          </p:cNvSpPr>
          <p:nvPr>
            <p:ph type="body" idx="106" hasCustomPrompt="1"/>
          </p:nvPr>
        </p:nvSpPr>
        <p:spPr>
          <a:xfrm>
            <a:off x="6599225" y="2651760"/>
            <a:ext cx="4592117" cy="2971800"/>
          </a:xfrm>
          <a:prstGeom prst="rect">
            <a:avLst/>
          </a:prstGeom>
          <a:noFill/>
          <a:ln/>
        </p:spPr>
        <p:txBody>
          <a:bodyPr wrap="square" lIns="0" tIns="0" rIns="0" bIns="0" rtlCol="0" anchor="t"/>
          <a:lstStyle>
            <a:lvl1pPr marL="384048" indent="-384048" algn="l">
              <a:lnSpc>
                <a:spcPct val="80000"/>
              </a:lnSpc>
              <a:spcAft>
                <a:spcPts val="800"/>
              </a:spcAft>
              <a:buSzPct val="125000"/>
              <a:buBlip>
                <a:blip r:embed="rId3"/>
              </a:buBlip>
              <a:defRPr lang="en-US" sz="1800" dirty="0">
                <a:solidFill>
                  <a:srgbClr val="060E1D"/>
                </a:solidFill>
                <a:latin typeface="Aptos" pitchFamily="34" charset="0"/>
                <a:ea typeface="Aptos" pitchFamily="34" charset="-122"/>
                <a:cs typeface="Aptos" pitchFamily="34" charset="-120"/>
              </a:defRPr>
            </a:lvl1pPr>
          </a:lstStyle>
          <a:p>
            <a:pPr algn="l">
              <a:lnSpc>
                <a:spcPct val="80000"/>
              </a:lnSpc>
            </a:pPr>
            <a:r>
              <a:rPr lang="en-US" sz="1800" dirty="0">
                <a:solidFill>
                  <a:srgbClr val="060E1D"/>
                </a:solidFill>
                <a:latin typeface="Aptos" pitchFamily="34" charset="0"/>
                <a:ea typeface="Aptos" pitchFamily="34" charset="-122"/>
                <a:cs typeface="Aptos" pitchFamily="34" charset="-120"/>
              </a:rPr>
              <a:t>List item</a:t>
            </a:r>
            <a:endParaRPr lang="en-US" sz="1800" dirty="0"/>
          </a:p>
        </p:txBody>
      </p:sp>
      <p:pic>
        <p:nvPicPr>
          <p:cNvPr id="9" name="Image 0" descr="assets/logo_dark.png"/>
          <p:cNvPicPr>
            <a:picLocks noChangeAspect="1"/>
          </p:cNvPicPr>
          <p:nvPr/>
        </p:nvPicPr>
        <p:blipFill>
          <a:blip r:embed="rId4"/>
          <a:stretch>
            <a:fillRect/>
          </a:stretch>
        </p:blipFill>
        <p:spPr>
          <a:xfrm>
            <a:off x="634594" y="6233465"/>
            <a:ext cx="636422" cy="225857"/>
          </a:xfrm>
          <a:prstGeom prst="rect">
            <a:avLst/>
          </a:prstGeom>
        </p:spPr>
      </p:pic>
      <p:sp>
        <p:nvSpPr>
          <p:cNvPr id="10" name="Text 2"/>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1" name="Source"/>
          <p:cNvSpPr>
            <a:spLocks noGrp="1"/>
          </p:cNvSpPr>
          <p:nvPr>
            <p:ph type="body" idx="109"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ullets · halo dots">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Body"/>
          <p:cNvSpPr>
            <a:spLocks noGrp="1"/>
          </p:cNvSpPr>
          <p:nvPr>
            <p:ph type="body" idx="101" hasCustomPrompt="1"/>
          </p:nvPr>
        </p:nvSpPr>
        <p:spPr>
          <a:xfrm>
            <a:off x="634594" y="1691640"/>
            <a:ext cx="5852160" cy="4206240"/>
          </a:xfrm>
          <a:prstGeom prst="rect">
            <a:avLst/>
          </a:prstGeom>
          <a:noFill/>
          <a:ln/>
        </p:spPr>
        <p:txBody>
          <a:bodyPr wrap="square" lIns="0" tIns="0" rIns="0" bIns="0" rtlCol="0" anchor="t"/>
          <a:lstStyle>
            <a:lvl1pPr marL="384048" indent="-384048" algn="l">
              <a:lnSpc>
                <a:spcPct val="80000"/>
              </a:lnSpc>
              <a:spcAft>
                <a:spcPts val="800"/>
              </a:spcAft>
              <a:buSzPct val="125000"/>
              <a:buBlip>
                <a:blip r:embed="rId2"/>
              </a:buBlip>
              <a:defRPr lang="en-US" sz="2000" dirty="0">
                <a:solidFill>
                  <a:srgbClr val="060E1D"/>
                </a:solidFill>
                <a:latin typeface="Aptos" pitchFamily="34" charset="0"/>
                <a:ea typeface="Aptos" pitchFamily="34" charset="-122"/>
                <a:cs typeface="Aptos" pitchFamily="34" charset="-120"/>
              </a:defRPr>
            </a:lvl1pPr>
          </a:lstStyle>
          <a:p>
            <a:pPr algn="l">
              <a:lnSpc>
                <a:spcPct val="80000"/>
              </a:lnSpc>
            </a:pPr>
            <a:r>
              <a:rPr lang="en-US" sz="2000" dirty="0">
                <a:solidFill>
                  <a:srgbClr val="060E1D"/>
                </a:solidFill>
                <a:latin typeface="Aptos" pitchFamily="34" charset="0"/>
                <a:ea typeface="Aptos" pitchFamily="34" charset="-122"/>
                <a:cs typeface="Aptos" pitchFamily="34" charset="-120"/>
              </a:rPr>
              <a:t>Bullet with halo dot, 20pt</a:t>
            </a:r>
            <a:endParaRPr lang="en-US" sz="2000" dirty="0"/>
          </a:p>
        </p:txBody>
      </p:sp>
      <p:sp>
        <p:nvSpPr>
          <p:cNvPr id="4" name="Message"/>
          <p:cNvSpPr>
            <a:spLocks noGrp="1"/>
          </p:cNvSpPr>
          <p:nvPr>
            <p:ph type="body" idx="102" hasCustomPrompt="1"/>
          </p:nvPr>
        </p:nvSpPr>
        <p:spPr>
          <a:xfrm>
            <a:off x="6949440" y="1691640"/>
            <a:ext cx="4607662" cy="3108960"/>
          </a:xfrm>
          <a:prstGeom prst="roundRect">
            <a:avLst>
              <a:gd name="adj" fmla="val 2941"/>
            </a:avLst>
          </a:prstGeom>
          <a:solidFill>
            <a:srgbClr val="060E1D"/>
          </a:solidFill>
          <a:ln>
            <a:noFill/>
          </a:ln>
        </p:spPr>
        <p:txBody>
          <a:bodyPr wrap="square" lIns="368300" tIns="368300" rIns="368300" bIns="368300" rtlCol="0" anchor="t"/>
          <a:lstStyle>
            <a:lvl1pPr marL="0" indent="0" algn="l">
              <a:lnSpc>
                <a:spcPct val="80000"/>
              </a:lnSpc>
              <a:buNone/>
              <a:defRPr lang="en-US" sz="2800" dirty="0">
                <a:solidFill>
                  <a:srgbClr val="FFFFFF"/>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2800" dirty="0">
                <a:solidFill>
                  <a:srgbClr val="FFFFFF"/>
                </a:solidFill>
                <a:latin typeface="Aptos Display" pitchFamily="34" charset="0"/>
                <a:ea typeface="Aptos Display" pitchFamily="34" charset="-122"/>
                <a:cs typeface="Aptos Display" pitchFamily="34" charset="-120"/>
              </a:rPr>
              <a:t>Key message in a dark card</a:t>
            </a:r>
            <a:endParaRPr lang="en-US" sz="2800" dirty="0"/>
          </a:p>
        </p:txBody>
      </p:sp>
      <p:pic>
        <p:nvPicPr>
          <p:cNvPr id="5" name="Image 0" descr="assets/logo_dark.png"/>
          <p:cNvPicPr>
            <a:picLocks noChangeAspect="1"/>
          </p:cNvPicPr>
          <p:nvPr/>
        </p:nvPicPr>
        <p:blipFill>
          <a:blip r:embed="rId3"/>
          <a:stretch>
            <a:fillRect/>
          </a:stretch>
        </p:blipFill>
        <p:spPr>
          <a:xfrm>
            <a:off x="634594" y="6233465"/>
            <a:ext cx="636422" cy="225857"/>
          </a:xfrm>
          <a:prstGeom prst="rect">
            <a:avLst/>
          </a:prstGeom>
        </p:spPr>
      </p:pic>
      <p:sp>
        <p:nvSpPr>
          <p:cNvPr id="6"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7" name="Source"/>
          <p:cNvSpPr>
            <a:spLocks noGrp="1"/>
          </p:cNvSpPr>
          <p:nvPr>
            <p:ph type="body" idx="105"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ullets · icon rows + photo">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6035040"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Icon 1"/>
          <p:cNvSpPr>
            <a:spLocks noGrp="1"/>
          </p:cNvSpPr>
          <p:nvPr>
            <p:ph type="pic" idx="101" hasCustomPrompt="1"/>
          </p:nvPr>
        </p:nvSpPr>
        <p:spPr>
          <a:xfrm>
            <a:off x="634594" y="1691640"/>
            <a:ext cx="585216" cy="585216"/>
          </a:xfrm>
          <a:prstGeom prst="ellipse">
            <a:avLst/>
          </a:prstGeom>
          <a:solidFill>
            <a:srgbClr val="D5F5F3"/>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endParaRPr lang="en-US" sz="1600" dirty="0"/>
          </a:p>
        </p:txBody>
      </p:sp>
      <p:sp>
        <p:nvSpPr>
          <p:cNvPr id="4" name="Row heading 1"/>
          <p:cNvSpPr>
            <a:spLocks noGrp="1"/>
          </p:cNvSpPr>
          <p:nvPr>
            <p:ph type="body" idx="102" hasCustomPrompt="1"/>
          </p:nvPr>
        </p:nvSpPr>
        <p:spPr>
          <a:xfrm>
            <a:off x="1503274" y="1709928"/>
            <a:ext cx="5120640" cy="329184"/>
          </a:xfrm>
          <a:prstGeom prst="rect">
            <a:avLst/>
          </a:prstGeom>
          <a:noFill/>
          <a:ln/>
        </p:spPr>
        <p:txBody>
          <a:bodyPr wrap="square" lIns="0" tIns="0" rIns="0" bIns="0" rtlCol="0" anchor="t"/>
          <a:lstStyle>
            <a:lvl1pPr marL="0" indent="0" algn="l">
              <a:lnSpc>
                <a:spcPct val="10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100000"/>
              </a:lnSpc>
              <a:buNone/>
            </a:pPr>
            <a:r>
              <a:rPr lang="en-US" sz="1800" dirty="0">
                <a:solidFill>
                  <a:srgbClr val="060E1D"/>
                </a:solidFill>
                <a:latin typeface="Aptos SemiBold" pitchFamily="34" charset="0"/>
                <a:ea typeface="Aptos SemiBold" pitchFamily="34" charset="-122"/>
                <a:cs typeface="Aptos SemiBold" pitchFamily="34" charset="-120"/>
              </a:rPr>
              <a:t>Row heading</a:t>
            </a:r>
            <a:endParaRPr lang="en-US" sz="1800" dirty="0"/>
          </a:p>
        </p:txBody>
      </p:sp>
      <p:sp>
        <p:nvSpPr>
          <p:cNvPr id="5" name="Row text 1"/>
          <p:cNvSpPr>
            <a:spLocks noGrp="1"/>
          </p:cNvSpPr>
          <p:nvPr>
            <p:ph type="body" idx="103" hasCustomPrompt="1"/>
          </p:nvPr>
        </p:nvSpPr>
        <p:spPr>
          <a:xfrm>
            <a:off x="1503274" y="2075688"/>
            <a:ext cx="5120640" cy="566928"/>
          </a:xfrm>
          <a:prstGeom prst="rect">
            <a:avLst/>
          </a:prstGeom>
          <a:noFill/>
          <a:ln/>
        </p:spPr>
        <p:txBody>
          <a:bodyPr wrap="square" lIns="0" tIns="0" rIns="0" bIns="0" rtlCol="0" anchor="t"/>
          <a:lstStyle>
            <a:lvl1pPr marL="0" indent="0" algn="l">
              <a:lnSpc>
                <a:spcPct val="10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100000"/>
              </a:lnSpc>
              <a:buNone/>
            </a:pPr>
            <a:r>
              <a:rPr lang="en-US" sz="1400" dirty="0">
                <a:solidFill>
                  <a:srgbClr val="5B6472"/>
                </a:solidFill>
                <a:latin typeface="Aptos" pitchFamily="34" charset="0"/>
                <a:ea typeface="Aptos" pitchFamily="34" charset="-122"/>
                <a:cs typeface="Aptos" pitchFamily="34" charset="-120"/>
              </a:rPr>
              <a:t>Row text, 14pt</a:t>
            </a:r>
            <a:endParaRPr lang="en-US" sz="1400" dirty="0"/>
          </a:p>
        </p:txBody>
      </p:sp>
      <p:sp>
        <p:nvSpPr>
          <p:cNvPr id="6" name="Icon 2"/>
          <p:cNvSpPr>
            <a:spLocks noGrp="1"/>
          </p:cNvSpPr>
          <p:nvPr>
            <p:ph type="pic" idx="104" hasCustomPrompt="1"/>
          </p:nvPr>
        </p:nvSpPr>
        <p:spPr>
          <a:xfrm>
            <a:off x="634594" y="2715768"/>
            <a:ext cx="585216" cy="585216"/>
          </a:xfrm>
          <a:prstGeom prst="ellipse">
            <a:avLst/>
          </a:prstGeom>
          <a:solidFill>
            <a:srgbClr val="D5F5F3"/>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endParaRPr lang="en-US" sz="1600" dirty="0"/>
          </a:p>
        </p:txBody>
      </p:sp>
      <p:sp>
        <p:nvSpPr>
          <p:cNvPr id="7" name="Row heading 2"/>
          <p:cNvSpPr>
            <a:spLocks noGrp="1"/>
          </p:cNvSpPr>
          <p:nvPr>
            <p:ph type="body" idx="105" hasCustomPrompt="1"/>
          </p:nvPr>
        </p:nvSpPr>
        <p:spPr>
          <a:xfrm>
            <a:off x="1503274" y="2734056"/>
            <a:ext cx="5120640" cy="329184"/>
          </a:xfrm>
          <a:prstGeom prst="rect">
            <a:avLst/>
          </a:prstGeom>
          <a:noFill/>
          <a:ln/>
        </p:spPr>
        <p:txBody>
          <a:bodyPr wrap="square" lIns="0" tIns="0" rIns="0" bIns="0" rtlCol="0" anchor="t"/>
          <a:lstStyle>
            <a:lvl1pPr marL="0" indent="0" algn="l">
              <a:lnSpc>
                <a:spcPct val="10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100000"/>
              </a:lnSpc>
              <a:buNone/>
            </a:pPr>
            <a:r>
              <a:rPr lang="en-US" sz="1800" dirty="0">
                <a:solidFill>
                  <a:srgbClr val="060E1D"/>
                </a:solidFill>
                <a:latin typeface="Aptos SemiBold" pitchFamily="34" charset="0"/>
                <a:ea typeface="Aptos SemiBold" pitchFamily="34" charset="-122"/>
                <a:cs typeface="Aptos SemiBold" pitchFamily="34" charset="-120"/>
              </a:rPr>
              <a:t>Row heading</a:t>
            </a:r>
            <a:endParaRPr lang="en-US" sz="1800" dirty="0"/>
          </a:p>
        </p:txBody>
      </p:sp>
      <p:sp>
        <p:nvSpPr>
          <p:cNvPr id="8" name="Row text 2"/>
          <p:cNvSpPr>
            <a:spLocks noGrp="1"/>
          </p:cNvSpPr>
          <p:nvPr>
            <p:ph type="body" idx="106" hasCustomPrompt="1"/>
          </p:nvPr>
        </p:nvSpPr>
        <p:spPr>
          <a:xfrm>
            <a:off x="1503274" y="3099816"/>
            <a:ext cx="5120640" cy="566928"/>
          </a:xfrm>
          <a:prstGeom prst="rect">
            <a:avLst/>
          </a:prstGeom>
          <a:noFill/>
          <a:ln/>
        </p:spPr>
        <p:txBody>
          <a:bodyPr wrap="square" lIns="0" tIns="0" rIns="0" bIns="0" rtlCol="0" anchor="t"/>
          <a:lstStyle>
            <a:lvl1pPr marL="0" indent="0" algn="l">
              <a:lnSpc>
                <a:spcPct val="10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100000"/>
              </a:lnSpc>
              <a:buNone/>
            </a:pPr>
            <a:r>
              <a:rPr lang="en-US" sz="1400" dirty="0">
                <a:solidFill>
                  <a:srgbClr val="5B6472"/>
                </a:solidFill>
                <a:latin typeface="Aptos" pitchFamily="34" charset="0"/>
                <a:ea typeface="Aptos" pitchFamily="34" charset="-122"/>
                <a:cs typeface="Aptos" pitchFamily="34" charset="-120"/>
              </a:rPr>
              <a:t>Row text, 14pt</a:t>
            </a:r>
            <a:endParaRPr lang="en-US" sz="1400" dirty="0"/>
          </a:p>
        </p:txBody>
      </p:sp>
      <p:sp>
        <p:nvSpPr>
          <p:cNvPr id="9" name="Icon 3"/>
          <p:cNvSpPr>
            <a:spLocks noGrp="1"/>
          </p:cNvSpPr>
          <p:nvPr>
            <p:ph type="pic" idx="107" hasCustomPrompt="1"/>
          </p:nvPr>
        </p:nvSpPr>
        <p:spPr>
          <a:xfrm>
            <a:off x="634594" y="3739896"/>
            <a:ext cx="585216" cy="585216"/>
          </a:xfrm>
          <a:prstGeom prst="ellipse">
            <a:avLst/>
          </a:prstGeom>
          <a:solidFill>
            <a:srgbClr val="D5F5F3"/>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endParaRPr lang="en-US" sz="1600" dirty="0"/>
          </a:p>
        </p:txBody>
      </p:sp>
      <p:sp>
        <p:nvSpPr>
          <p:cNvPr id="10" name="Row heading 3"/>
          <p:cNvSpPr>
            <a:spLocks noGrp="1"/>
          </p:cNvSpPr>
          <p:nvPr>
            <p:ph type="body" idx="108" hasCustomPrompt="1"/>
          </p:nvPr>
        </p:nvSpPr>
        <p:spPr>
          <a:xfrm>
            <a:off x="1503274" y="3758184"/>
            <a:ext cx="5120640" cy="329184"/>
          </a:xfrm>
          <a:prstGeom prst="rect">
            <a:avLst/>
          </a:prstGeom>
          <a:noFill/>
          <a:ln/>
        </p:spPr>
        <p:txBody>
          <a:bodyPr wrap="square" lIns="0" tIns="0" rIns="0" bIns="0" rtlCol="0" anchor="t"/>
          <a:lstStyle>
            <a:lvl1pPr marL="0" indent="0" algn="l">
              <a:lnSpc>
                <a:spcPct val="10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100000"/>
              </a:lnSpc>
              <a:buNone/>
            </a:pPr>
            <a:r>
              <a:rPr lang="en-US" sz="1800" dirty="0">
                <a:solidFill>
                  <a:srgbClr val="060E1D"/>
                </a:solidFill>
                <a:latin typeface="Aptos SemiBold" pitchFamily="34" charset="0"/>
                <a:ea typeface="Aptos SemiBold" pitchFamily="34" charset="-122"/>
                <a:cs typeface="Aptos SemiBold" pitchFamily="34" charset="-120"/>
              </a:rPr>
              <a:t>Row heading</a:t>
            </a:r>
            <a:endParaRPr lang="en-US" sz="1800" dirty="0"/>
          </a:p>
        </p:txBody>
      </p:sp>
      <p:sp>
        <p:nvSpPr>
          <p:cNvPr id="11" name="Row text 3"/>
          <p:cNvSpPr>
            <a:spLocks noGrp="1"/>
          </p:cNvSpPr>
          <p:nvPr>
            <p:ph type="body" idx="109" hasCustomPrompt="1"/>
          </p:nvPr>
        </p:nvSpPr>
        <p:spPr>
          <a:xfrm>
            <a:off x="1503274" y="4123944"/>
            <a:ext cx="5120640" cy="566928"/>
          </a:xfrm>
          <a:prstGeom prst="rect">
            <a:avLst/>
          </a:prstGeom>
          <a:noFill/>
          <a:ln/>
        </p:spPr>
        <p:txBody>
          <a:bodyPr wrap="square" lIns="0" tIns="0" rIns="0" bIns="0" rtlCol="0" anchor="t"/>
          <a:lstStyle>
            <a:lvl1pPr marL="0" indent="0" algn="l">
              <a:lnSpc>
                <a:spcPct val="10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100000"/>
              </a:lnSpc>
              <a:buNone/>
            </a:pPr>
            <a:r>
              <a:rPr lang="en-US" sz="1400" dirty="0">
                <a:solidFill>
                  <a:srgbClr val="5B6472"/>
                </a:solidFill>
                <a:latin typeface="Aptos" pitchFamily="34" charset="0"/>
                <a:ea typeface="Aptos" pitchFamily="34" charset="-122"/>
                <a:cs typeface="Aptos" pitchFamily="34" charset="-120"/>
              </a:rPr>
              <a:t>Row text, 14pt</a:t>
            </a:r>
            <a:endParaRPr lang="en-US" sz="1400" dirty="0"/>
          </a:p>
        </p:txBody>
      </p:sp>
      <p:sp>
        <p:nvSpPr>
          <p:cNvPr id="12" name="Icon 4"/>
          <p:cNvSpPr>
            <a:spLocks noGrp="1"/>
          </p:cNvSpPr>
          <p:nvPr>
            <p:ph type="pic" idx="110" hasCustomPrompt="1"/>
          </p:nvPr>
        </p:nvSpPr>
        <p:spPr>
          <a:xfrm>
            <a:off x="634594" y="4764024"/>
            <a:ext cx="585216" cy="585216"/>
          </a:xfrm>
          <a:prstGeom prst="ellipse">
            <a:avLst/>
          </a:prstGeom>
          <a:solidFill>
            <a:srgbClr val="D5F5F3"/>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endParaRPr lang="en-US" sz="1600" dirty="0"/>
          </a:p>
        </p:txBody>
      </p:sp>
      <p:sp>
        <p:nvSpPr>
          <p:cNvPr id="13" name="Row heading 4"/>
          <p:cNvSpPr>
            <a:spLocks noGrp="1"/>
          </p:cNvSpPr>
          <p:nvPr>
            <p:ph type="body" idx="111" hasCustomPrompt="1"/>
          </p:nvPr>
        </p:nvSpPr>
        <p:spPr>
          <a:xfrm>
            <a:off x="1503274" y="4782312"/>
            <a:ext cx="5120640" cy="329184"/>
          </a:xfrm>
          <a:prstGeom prst="rect">
            <a:avLst/>
          </a:prstGeom>
          <a:noFill/>
          <a:ln/>
        </p:spPr>
        <p:txBody>
          <a:bodyPr wrap="square" lIns="0" tIns="0" rIns="0" bIns="0" rtlCol="0" anchor="t"/>
          <a:lstStyle>
            <a:lvl1pPr marL="0" indent="0" algn="l">
              <a:lnSpc>
                <a:spcPct val="10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100000"/>
              </a:lnSpc>
              <a:buNone/>
            </a:pPr>
            <a:r>
              <a:rPr lang="en-US" sz="1800" dirty="0">
                <a:solidFill>
                  <a:srgbClr val="060E1D"/>
                </a:solidFill>
                <a:latin typeface="Aptos SemiBold" pitchFamily="34" charset="0"/>
                <a:ea typeface="Aptos SemiBold" pitchFamily="34" charset="-122"/>
                <a:cs typeface="Aptos SemiBold" pitchFamily="34" charset="-120"/>
              </a:rPr>
              <a:t>Row heading</a:t>
            </a:r>
            <a:endParaRPr lang="en-US" sz="1800" dirty="0"/>
          </a:p>
        </p:txBody>
      </p:sp>
      <p:sp>
        <p:nvSpPr>
          <p:cNvPr id="14" name="Row text 4"/>
          <p:cNvSpPr>
            <a:spLocks noGrp="1"/>
          </p:cNvSpPr>
          <p:nvPr>
            <p:ph type="body" idx="112" hasCustomPrompt="1"/>
          </p:nvPr>
        </p:nvSpPr>
        <p:spPr>
          <a:xfrm>
            <a:off x="1503274" y="5148072"/>
            <a:ext cx="5120640" cy="566928"/>
          </a:xfrm>
          <a:prstGeom prst="rect">
            <a:avLst/>
          </a:prstGeom>
          <a:noFill/>
          <a:ln/>
        </p:spPr>
        <p:txBody>
          <a:bodyPr wrap="square" lIns="0" tIns="0" rIns="0" bIns="0" rtlCol="0" anchor="t"/>
          <a:lstStyle>
            <a:lvl1pPr marL="0" indent="0" algn="l">
              <a:lnSpc>
                <a:spcPct val="10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100000"/>
              </a:lnSpc>
              <a:buNone/>
            </a:pPr>
            <a:r>
              <a:rPr lang="en-US" sz="1400" dirty="0">
                <a:solidFill>
                  <a:srgbClr val="5B6472"/>
                </a:solidFill>
                <a:latin typeface="Aptos" pitchFamily="34" charset="0"/>
                <a:ea typeface="Aptos" pitchFamily="34" charset="-122"/>
                <a:cs typeface="Aptos" pitchFamily="34" charset="-120"/>
              </a:rPr>
              <a:t>Row text, 14pt</a:t>
            </a:r>
            <a:endParaRPr lang="en-US" sz="1400" dirty="0"/>
          </a:p>
        </p:txBody>
      </p:sp>
      <p:sp>
        <p:nvSpPr>
          <p:cNvPr id="15" name="Photo"/>
          <p:cNvSpPr>
            <a:spLocks noGrp="1"/>
          </p:cNvSpPr>
          <p:nvPr>
            <p:ph type="pic" idx="113" hasCustomPrompt="1"/>
          </p:nvPr>
        </p:nvSpPr>
        <p:spPr>
          <a:xfrm>
            <a:off x="7086600" y="0"/>
            <a:ext cx="5105095"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pic>
        <p:nvPicPr>
          <p:cNvPr id="16"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17"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8" name="Source"/>
          <p:cNvSpPr>
            <a:spLocks noGrp="1"/>
          </p:cNvSpPr>
          <p:nvPr>
            <p:ph type="body" idx="116" hasCustomPrompt="1"/>
          </p:nvPr>
        </p:nvSpPr>
        <p:spPr>
          <a:xfrm>
            <a:off x="3017520" y="6208776"/>
            <a:ext cx="3108960"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cons · six with text">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Icon 1"/>
          <p:cNvSpPr>
            <a:spLocks noGrp="1"/>
          </p:cNvSpPr>
          <p:nvPr>
            <p:ph type="pic" idx="101" hasCustomPrompt="1"/>
          </p:nvPr>
        </p:nvSpPr>
        <p:spPr>
          <a:xfrm>
            <a:off x="634594" y="1691640"/>
            <a:ext cx="585216" cy="585216"/>
          </a:xfrm>
          <a:prstGeom prst="ellipse">
            <a:avLst/>
          </a:prstGeom>
          <a:solidFill>
            <a:srgbClr val="D5F5F3"/>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endParaRPr lang="en-US" sz="1600" dirty="0"/>
          </a:p>
        </p:txBody>
      </p:sp>
      <p:sp>
        <p:nvSpPr>
          <p:cNvPr id="4" name="Icon heading 1"/>
          <p:cNvSpPr>
            <a:spLocks noGrp="1"/>
          </p:cNvSpPr>
          <p:nvPr>
            <p:ph type="body" idx="102" hasCustomPrompt="1"/>
          </p:nvPr>
        </p:nvSpPr>
        <p:spPr>
          <a:xfrm>
            <a:off x="1411834" y="1764792"/>
            <a:ext cx="2681021" cy="457200"/>
          </a:xfrm>
          <a:prstGeom prst="rect">
            <a:avLst/>
          </a:prstGeom>
          <a:noFill/>
          <a:ln/>
        </p:spPr>
        <p:txBody>
          <a:bodyPr wrap="square" lIns="0" tIns="0" rIns="0" bIns="0" rtlCol="0" anchor="ctr"/>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Heading</a:t>
            </a:r>
            <a:endParaRPr lang="en-US" sz="1800" dirty="0"/>
          </a:p>
        </p:txBody>
      </p:sp>
      <p:sp>
        <p:nvSpPr>
          <p:cNvPr id="5" name="Icon text 1"/>
          <p:cNvSpPr>
            <a:spLocks noGrp="1"/>
          </p:cNvSpPr>
          <p:nvPr>
            <p:ph type="body" idx="103" hasCustomPrompt="1"/>
          </p:nvPr>
        </p:nvSpPr>
        <p:spPr>
          <a:xfrm>
            <a:off x="1411834" y="2331720"/>
            <a:ext cx="2681021" cy="118872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Text, 14pt</a:t>
            </a:r>
            <a:endParaRPr lang="en-US" sz="1400" dirty="0"/>
          </a:p>
        </p:txBody>
      </p:sp>
      <p:sp>
        <p:nvSpPr>
          <p:cNvPr id="6" name="Icon 2"/>
          <p:cNvSpPr>
            <a:spLocks noGrp="1"/>
          </p:cNvSpPr>
          <p:nvPr>
            <p:ph type="pic" idx="104" hasCustomPrompt="1"/>
          </p:nvPr>
        </p:nvSpPr>
        <p:spPr>
          <a:xfrm>
            <a:off x="4367174" y="1691640"/>
            <a:ext cx="585216" cy="585216"/>
          </a:xfrm>
          <a:prstGeom prst="ellipse">
            <a:avLst/>
          </a:prstGeom>
          <a:solidFill>
            <a:srgbClr val="D5F5F3"/>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endParaRPr lang="en-US" sz="1600" dirty="0"/>
          </a:p>
        </p:txBody>
      </p:sp>
      <p:sp>
        <p:nvSpPr>
          <p:cNvPr id="7" name="Icon heading 2"/>
          <p:cNvSpPr>
            <a:spLocks noGrp="1"/>
          </p:cNvSpPr>
          <p:nvPr>
            <p:ph type="body" idx="105" hasCustomPrompt="1"/>
          </p:nvPr>
        </p:nvSpPr>
        <p:spPr>
          <a:xfrm>
            <a:off x="5144414" y="1764792"/>
            <a:ext cx="2681021" cy="457200"/>
          </a:xfrm>
          <a:prstGeom prst="rect">
            <a:avLst/>
          </a:prstGeom>
          <a:noFill/>
          <a:ln/>
        </p:spPr>
        <p:txBody>
          <a:bodyPr wrap="square" lIns="0" tIns="0" rIns="0" bIns="0" rtlCol="0" anchor="ctr"/>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Heading</a:t>
            </a:r>
            <a:endParaRPr lang="en-US" sz="1800" dirty="0"/>
          </a:p>
        </p:txBody>
      </p:sp>
      <p:sp>
        <p:nvSpPr>
          <p:cNvPr id="8" name="Icon text 2"/>
          <p:cNvSpPr>
            <a:spLocks noGrp="1"/>
          </p:cNvSpPr>
          <p:nvPr>
            <p:ph type="body" idx="106" hasCustomPrompt="1"/>
          </p:nvPr>
        </p:nvSpPr>
        <p:spPr>
          <a:xfrm>
            <a:off x="5144414" y="2331720"/>
            <a:ext cx="2681021" cy="118872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Text, 14pt</a:t>
            </a:r>
            <a:endParaRPr lang="en-US" sz="1400" dirty="0"/>
          </a:p>
        </p:txBody>
      </p:sp>
      <p:sp>
        <p:nvSpPr>
          <p:cNvPr id="9" name="Icon 3"/>
          <p:cNvSpPr>
            <a:spLocks noGrp="1"/>
          </p:cNvSpPr>
          <p:nvPr>
            <p:ph type="pic" idx="107" hasCustomPrompt="1"/>
          </p:nvPr>
        </p:nvSpPr>
        <p:spPr>
          <a:xfrm>
            <a:off x="8098841" y="1691640"/>
            <a:ext cx="585216" cy="585216"/>
          </a:xfrm>
          <a:prstGeom prst="ellipse">
            <a:avLst/>
          </a:prstGeom>
          <a:solidFill>
            <a:srgbClr val="D5F5F3"/>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endParaRPr lang="en-US" sz="1600" dirty="0"/>
          </a:p>
        </p:txBody>
      </p:sp>
      <p:sp>
        <p:nvSpPr>
          <p:cNvPr id="10" name="Icon heading 3"/>
          <p:cNvSpPr>
            <a:spLocks noGrp="1"/>
          </p:cNvSpPr>
          <p:nvPr>
            <p:ph type="body" idx="108" hasCustomPrompt="1"/>
          </p:nvPr>
        </p:nvSpPr>
        <p:spPr>
          <a:xfrm>
            <a:off x="8876081" y="1764792"/>
            <a:ext cx="2681021" cy="457200"/>
          </a:xfrm>
          <a:prstGeom prst="rect">
            <a:avLst/>
          </a:prstGeom>
          <a:noFill/>
          <a:ln/>
        </p:spPr>
        <p:txBody>
          <a:bodyPr wrap="square" lIns="0" tIns="0" rIns="0" bIns="0" rtlCol="0" anchor="ctr"/>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Heading</a:t>
            </a:r>
            <a:endParaRPr lang="en-US" sz="1800" dirty="0"/>
          </a:p>
        </p:txBody>
      </p:sp>
      <p:sp>
        <p:nvSpPr>
          <p:cNvPr id="11" name="Icon text 3"/>
          <p:cNvSpPr>
            <a:spLocks noGrp="1"/>
          </p:cNvSpPr>
          <p:nvPr>
            <p:ph type="body" idx="109" hasCustomPrompt="1"/>
          </p:nvPr>
        </p:nvSpPr>
        <p:spPr>
          <a:xfrm>
            <a:off x="8876081" y="2331720"/>
            <a:ext cx="2681021" cy="118872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Text, 14pt</a:t>
            </a:r>
            <a:endParaRPr lang="en-US" sz="1400" dirty="0"/>
          </a:p>
        </p:txBody>
      </p:sp>
      <p:sp>
        <p:nvSpPr>
          <p:cNvPr id="12" name="Icon 4"/>
          <p:cNvSpPr>
            <a:spLocks noGrp="1"/>
          </p:cNvSpPr>
          <p:nvPr>
            <p:ph type="pic" idx="110" hasCustomPrompt="1"/>
          </p:nvPr>
        </p:nvSpPr>
        <p:spPr>
          <a:xfrm>
            <a:off x="634594" y="3794760"/>
            <a:ext cx="585216" cy="585216"/>
          </a:xfrm>
          <a:prstGeom prst="ellipse">
            <a:avLst/>
          </a:prstGeom>
          <a:solidFill>
            <a:srgbClr val="D5F5F3"/>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endParaRPr lang="en-US" sz="1600" dirty="0"/>
          </a:p>
        </p:txBody>
      </p:sp>
      <p:sp>
        <p:nvSpPr>
          <p:cNvPr id="13" name="Icon heading 4"/>
          <p:cNvSpPr>
            <a:spLocks noGrp="1"/>
          </p:cNvSpPr>
          <p:nvPr>
            <p:ph type="body" idx="111" hasCustomPrompt="1"/>
          </p:nvPr>
        </p:nvSpPr>
        <p:spPr>
          <a:xfrm>
            <a:off x="1411834" y="3867912"/>
            <a:ext cx="2681021" cy="457200"/>
          </a:xfrm>
          <a:prstGeom prst="rect">
            <a:avLst/>
          </a:prstGeom>
          <a:noFill/>
          <a:ln/>
        </p:spPr>
        <p:txBody>
          <a:bodyPr wrap="square" lIns="0" tIns="0" rIns="0" bIns="0" rtlCol="0" anchor="ctr"/>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Heading</a:t>
            </a:r>
            <a:endParaRPr lang="en-US" sz="1800" dirty="0"/>
          </a:p>
        </p:txBody>
      </p:sp>
      <p:sp>
        <p:nvSpPr>
          <p:cNvPr id="14" name="Icon text 4"/>
          <p:cNvSpPr>
            <a:spLocks noGrp="1"/>
          </p:cNvSpPr>
          <p:nvPr>
            <p:ph type="body" idx="112" hasCustomPrompt="1"/>
          </p:nvPr>
        </p:nvSpPr>
        <p:spPr>
          <a:xfrm>
            <a:off x="1411834" y="4434840"/>
            <a:ext cx="2681021" cy="118872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Text, 14pt</a:t>
            </a:r>
            <a:endParaRPr lang="en-US" sz="1400" dirty="0"/>
          </a:p>
        </p:txBody>
      </p:sp>
      <p:sp>
        <p:nvSpPr>
          <p:cNvPr id="15" name="Icon 5"/>
          <p:cNvSpPr>
            <a:spLocks noGrp="1"/>
          </p:cNvSpPr>
          <p:nvPr>
            <p:ph type="pic" idx="113" hasCustomPrompt="1"/>
          </p:nvPr>
        </p:nvSpPr>
        <p:spPr>
          <a:xfrm>
            <a:off x="4367174" y="3794760"/>
            <a:ext cx="585216" cy="585216"/>
          </a:xfrm>
          <a:prstGeom prst="ellipse">
            <a:avLst/>
          </a:prstGeom>
          <a:solidFill>
            <a:srgbClr val="D5F5F3"/>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endParaRPr lang="en-US" sz="1600" dirty="0"/>
          </a:p>
        </p:txBody>
      </p:sp>
      <p:sp>
        <p:nvSpPr>
          <p:cNvPr id="16" name="Icon heading 5"/>
          <p:cNvSpPr>
            <a:spLocks noGrp="1"/>
          </p:cNvSpPr>
          <p:nvPr>
            <p:ph type="body" idx="114" hasCustomPrompt="1"/>
          </p:nvPr>
        </p:nvSpPr>
        <p:spPr>
          <a:xfrm>
            <a:off x="5144414" y="3867912"/>
            <a:ext cx="2681021" cy="457200"/>
          </a:xfrm>
          <a:prstGeom prst="rect">
            <a:avLst/>
          </a:prstGeom>
          <a:noFill/>
          <a:ln/>
        </p:spPr>
        <p:txBody>
          <a:bodyPr wrap="square" lIns="0" tIns="0" rIns="0" bIns="0" rtlCol="0" anchor="ctr"/>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Heading</a:t>
            </a:r>
            <a:endParaRPr lang="en-US" sz="1800" dirty="0"/>
          </a:p>
        </p:txBody>
      </p:sp>
      <p:sp>
        <p:nvSpPr>
          <p:cNvPr id="17" name="Icon text 5"/>
          <p:cNvSpPr>
            <a:spLocks noGrp="1"/>
          </p:cNvSpPr>
          <p:nvPr>
            <p:ph type="body" idx="115" hasCustomPrompt="1"/>
          </p:nvPr>
        </p:nvSpPr>
        <p:spPr>
          <a:xfrm>
            <a:off x="5144414" y="4434840"/>
            <a:ext cx="2681021" cy="118872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Text, 14pt</a:t>
            </a:r>
            <a:endParaRPr lang="en-US" sz="1400" dirty="0"/>
          </a:p>
        </p:txBody>
      </p:sp>
      <p:sp>
        <p:nvSpPr>
          <p:cNvPr id="18" name="Icon 6"/>
          <p:cNvSpPr>
            <a:spLocks noGrp="1"/>
          </p:cNvSpPr>
          <p:nvPr>
            <p:ph type="pic" idx="116" hasCustomPrompt="1"/>
          </p:nvPr>
        </p:nvSpPr>
        <p:spPr>
          <a:xfrm>
            <a:off x="8098841" y="3794760"/>
            <a:ext cx="585216" cy="585216"/>
          </a:xfrm>
          <a:prstGeom prst="ellipse">
            <a:avLst/>
          </a:prstGeom>
          <a:solidFill>
            <a:srgbClr val="D5F5F3"/>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endParaRPr lang="en-US" sz="1600" dirty="0"/>
          </a:p>
        </p:txBody>
      </p:sp>
      <p:sp>
        <p:nvSpPr>
          <p:cNvPr id="19" name="Icon heading 6"/>
          <p:cNvSpPr>
            <a:spLocks noGrp="1"/>
          </p:cNvSpPr>
          <p:nvPr>
            <p:ph type="body" idx="117" hasCustomPrompt="1"/>
          </p:nvPr>
        </p:nvSpPr>
        <p:spPr>
          <a:xfrm>
            <a:off x="8876081" y="3867912"/>
            <a:ext cx="2681021" cy="457200"/>
          </a:xfrm>
          <a:prstGeom prst="rect">
            <a:avLst/>
          </a:prstGeom>
          <a:noFill/>
          <a:ln/>
        </p:spPr>
        <p:txBody>
          <a:bodyPr wrap="square" lIns="0" tIns="0" rIns="0" bIns="0" rtlCol="0" anchor="ctr"/>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Heading</a:t>
            </a:r>
            <a:endParaRPr lang="en-US" sz="1800" dirty="0"/>
          </a:p>
        </p:txBody>
      </p:sp>
      <p:sp>
        <p:nvSpPr>
          <p:cNvPr id="20" name="Icon text 6"/>
          <p:cNvSpPr>
            <a:spLocks noGrp="1"/>
          </p:cNvSpPr>
          <p:nvPr>
            <p:ph type="body" idx="118" hasCustomPrompt="1"/>
          </p:nvPr>
        </p:nvSpPr>
        <p:spPr>
          <a:xfrm>
            <a:off x="8876081" y="4434840"/>
            <a:ext cx="2681021" cy="118872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Text, 14pt</a:t>
            </a:r>
            <a:endParaRPr lang="en-US" sz="1400" dirty="0"/>
          </a:p>
        </p:txBody>
      </p:sp>
      <p:pic>
        <p:nvPicPr>
          <p:cNvPr id="21"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22"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23" name="Source"/>
          <p:cNvSpPr>
            <a:spLocks noGrp="1"/>
          </p:cNvSpPr>
          <p:nvPr>
            <p:ph type="body" idx="121"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Bullets · numbered rows + photo">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6035040"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Row num 1"/>
          <p:cNvSpPr>
            <a:spLocks noGrp="1"/>
          </p:cNvSpPr>
          <p:nvPr>
            <p:ph type="body" idx="101" hasCustomPrompt="1"/>
          </p:nvPr>
        </p:nvSpPr>
        <p:spPr>
          <a:xfrm>
            <a:off x="634594" y="1691640"/>
            <a:ext cx="868680" cy="594360"/>
          </a:xfrm>
          <a:prstGeom prst="rect">
            <a:avLst/>
          </a:prstGeom>
          <a:noFill/>
          <a:ln/>
        </p:spPr>
        <p:txBody>
          <a:bodyPr wrap="square" lIns="0" tIns="0" rIns="0" bIns="0" rtlCol="0" anchor="t"/>
          <a:lstStyle>
            <a:lvl1pPr marL="0" indent="0" algn="l">
              <a:lnSpc>
                <a:spcPct val="100000"/>
              </a:lnSpc>
              <a:buNone/>
              <a:def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100000"/>
              </a:lnSpc>
              <a:buNone/>
            </a:pPr>
            <a:r>
              <a: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01</a:t>
            </a:r>
            <a:endParaRPr lang="en-US" sz="4400" dirty="0"/>
          </a:p>
        </p:txBody>
      </p:sp>
      <p:sp>
        <p:nvSpPr>
          <p:cNvPr id="4" name="Row text 1"/>
          <p:cNvSpPr>
            <a:spLocks noGrp="1"/>
          </p:cNvSpPr>
          <p:nvPr>
            <p:ph type="body" idx="102" hasCustomPrompt="1"/>
          </p:nvPr>
        </p:nvSpPr>
        <p:spPr>
          <a:xfrm>
            <a:off x="1686154" y="1737360"/>
            <a:ext cx="4937760" cy="594360"/>
          </a:xfrm>
          <a:prstGeom prst="rect">
            <a:avLst/>
          </a:prstGeom>
          <a:noFill/>
          <a:ln/>
        </p:spPr>
        <p:txBody>
          <a:bodyPr wrap="square" lIns="0" tIns="0" rIns="0" bIns="0" rtlCol="0" anchor="t"/>
          <a:lstStyle>
            <a:lvl1pPr marL="0" indent="0" algn="l">
              <a:lnSpc>
                <a:spcPct val="10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100000"/>
              </a:lnSpc>
              <a:buNone/>
            </a:pPr>
            <a:r>
              <a:rPr lang="en-US" sz="1800" dirty="0">
                <a:solidFill>
                  <a:srgbClr val="060E1D"/>
                </a:solidFill>
                <a:latin typeface="Aptos SemiBold" pitchFamily="34" charset="0"/>
                <a:ea typeface="Aptos SemiBold" pitchFamily="34" charset="-122"/>
                <a:cs typeface="Aptos SemiBold" pitchFamily="34" charset="-120"/>
              </a:rPr>
              <a:t>Row statement, one or two lines</a:t>
            </a:r>
            <a:endParaRPr lang="en-US" sz="1800" dirty="0"/>
          </a:p>
        </p:txBody>
      </p:sp>
      <p:sp>
        <p:nvSpPr>
          <p:cNvPr id="5" name="Pill row 1"/>
          <p:cNvSpPr>
            <a:spLocks noGrp="1"/>
          </p:cNvSpPr>
          <p:nvPr>
            <p:ph type="body" idx="103" hasCustomPrompt="1"/>
          </p:nvPr>
        </p:nvSpPr>
        <p:spPr>
          <a:xfrm>
            <a:off x="1686154" y="2468880"/>
            <a:ext cx="3474720" cy="365760"/>
          </a:xfrm>
          <a:prstGeom prst="roundRect">
            <a:avLst>
              <a:gd name="adj" fmla="val 50000"/>
            </a:avLst>
          </a:prstGeom>
          <a:gradFill rotWithShape="1">
            <a:gsLst>
              <a:gs pos="0">
                <a:srgbClr val="69DED7"/>
              </a:gs>
              <a:gs pos="100000">
                <a:srgbClr val="E3E6EA"/>
              </a:gs>
            </a:gsLst>
            <a:lin ang="0" scaled="1"/>
          </a:gradFill>
          <a:ln>
            <a:noFill/>
          </a:ln>
        </p:spPr>
        <p:txBody>
          <a:bodyPr wrap="square" lIns="0" tIns="0" rIns="0" bIns="0" rtlCol="0" anchor="ctr"/>
          <a:lstStyle>
            <a:lvl1pPr marL="0" indent="0" algn="ctr">
              <a:lnSpc>
                <a:spcPct val="100000"/>
              </a:lnSpc>
              <a:buNone/>
              <a:defRPr lang="en-US" sz="1400" dirty="0">
                <a:solidFill>
                  <a:srgbClr val="060E1D"/>
                </a:solidFill>
                <a:latin typeface="Aptos SemiBold" pitchFamily="34" charset="0"/>
                <a:ea typeface="Aptos SemiBold" pitchFamily="34" charset="-122"/>
                <a:cs typeface="Aptos SemiBold" pitchFamily="34" charset="-120"/>
              </a:defRPr>
            </a:lvl1pPr>
          </a:lstStyle>
          <a:p>
            <a:pPr marL="0" indent="0" algn="ctr">
              <a:lnSpc>
                <a:spcPct val="100000"/>
              </a:lnSpc>
              <a:buNone/>
            </a:pPr>
            <a:r>
              <a:rPr lang="en-US" sz="1400" dirty="0">
                <a:solidFill>
                  <a:srgbClr val="060E1D"/>
                </a:solidFill>
                <a:latin typeface="Aptos SemiBold" pitchFamily="34" charset="0"/>
                <a:ea typeface="Aptos SemiBold" pitchFamily="34" charset="-122"/>
                <a:cs typeface="Aptos SemiBold" pitchFamily="34" charset="-120"/>
              </a:rPr>
              <a:t>Tag · tag · tag</a:t>
            </a:r>
            <a:endParaRPr lang="en-US" sz="1400" dirty="0"/>
          </a:p>
        </p:txBody>
      </p:sp>
      <p:sp>
        <p:nvSpPr>
          <p:cNvPr id="6" name="Shape 0"/>
          <p:cNvSpPr/>
          <p:nvPr/>
        </p:nvSpPr>
        <p:spPr>
          <a:xfrm>
            <a:off x="634594" y="2971800"/>
            <a:ext cx="5989320" cy="0"/>
          </a:xfrm>
          <a:prstGeom prst="line">
            <a:avLst/>
          </a:prstGeom>
          <a:noFill/>
          <a:ln w="9525">
            <a:solidFill>
              <a:srgbClr val="D9DDE2"/>
            </a:solidFill>
            <a:prstDash val="solid"/>
          </a:ln>
        </p:spPr>
        <p:txBody>
          <a:bodyPr/>
          <a:lstStyle/>
          <a:p>
            <a:endParaRPr lang="en-US"/>
          </a:p>
        </p:txBody>
      </p:sp>
      <p:sp>
        <p:nvSpPr>
          <p:cNvPr id="7" name="Row num 2"/>
          <p:cNvSpPr>
            <a:spLocks noGrp="1"/>
          </p:cNvSpPr>
          <p:nvPr>
            <p:ph type="body" idx="105" hasCustomPrompt="1"/>
          </p:nvPr>
        </p:nvSpPr>
        <p:spPr>
          <a:xfrm>
            <a:off x="634594" y="3063240"/>
            <a:ext cx="868680" cy="594360"/>
          </a:xfrm>
          <a:prstGeom prst="rect">
            <a:avLst/>
          </a:prstGeom>
          <a:noFill/>
          <a:ln/>
        </p:spPr>
        <p:txBody>
          <a:bodyPr wrap="square" lIns="0" tIns="0" rIns="0" bIns="0" rtlCol="0" anchor="t"/>
          <a:lstStyle>
            <a:lvl1pPr marL="0" indent="0" algn="l">
              <a:lnSpc>
                <a:spcPct val="100000"/>
              </a:lnSpc>
              <a:buNone/>
              <a:def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100000"/>
              </a:lnSpc>
              <a:buNone/>
            </a:pPr>
            <a:r>
              <a: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02</a:t>
            </a:r>
            <a:endParaRPr lang="en-US" sz="4400" dirty="0"/>
          </a:p>
        </p:txBody>
      </p:sp>
      <p:sp>
        <p:nvSpPr>
          <p:cNvPr id="8" name="Row text 2"/>
          <p:cNvSpPr>
            <a:spLocks noGrp="1"/>
          </p:cNvSpPr>
          <p:nvPr>
            <p:ph type="body" idx="106" hasCustomPrompt="1"/>
          </p:nvPr>
        </p:nvSpPr>
        <p:spPr>
          <a:xfrm>
            <a:off x="1686154" y="3108960"/>
            <a:ext cx="4937760" cy="594360"/>
          </a:xfrm>
          <a:prstGeom prst="rect">
            <a:avLst/>
          </a:prstGeom>
          <a:noFill/>
          <a:ln/>
        </p:spPr>
        <p:txBody>
          <a:bodyPr wrap="square" lIns="0" tIns="0" rIns="0" bIns="0" rtlCol="0" anchor="t"/>
          <a:lstStyle>
            <a:lvl1pPr marL="0" indent="0" algn="l">
              <a:lnSpc>
                <a:spcPct val="10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100000"/>
              </a:lnSpc>
              <a:buNone/>
            </a:pPr>
            <a:r>
              <a:rPr lang="en-US" sz="1800" dirty="0">
                <a:solidFill>
                  <a:srgbClr val="060E1D"/>
                </a:solidFill>
                <a:latin typeface="Aptos SemiBold" pitchFamily="34" charset="0"/>
                <a:ea typeface="Aptos SemiBold" pitchFamily="34" charset="-122"/>
                <a:cs typeface="Aptos SemiBold" pitchFamily="34" charset="-120"/>
              </a:rPr>
              <a:t>Row statement, one or two lines</a:t>
            </a:r>
            <a:endParaRPr lang="en-US" sz="1800" dirty="0"/>
          </a:p>
        </p:txBody>
      </p:sp>
      <p:sp>
        <p:nvSpPr>
          <p:cNvPr id="9" name="Pill row 2"/>
          <p:cNvSpPr>
            <a:spLocks noGrp="1"/>
          </p:cNvSpPr>
          <p:nvPr>
            <p:ph type="body" idx="107" hasCustomPrompt="1"/>
          </p:nvPr>
        </p:nvSpPr>
        <p:spPr>
          <a:xfrm>
            <a:off x="1686154" y="3840480"/>
            <a:ext cx="3474720" cy="365760"/>
          </a:xfrm>
          <a:prstGeom prst="roundRect">
            <a:avLst>
              <a:gd name="adj" fmla="val 50000"/>
            </a:avLst>
          </a:prstGeom>
          <a:gradFill rotWithShape="1">
            <a:gsLst>
              <a:gs pos="0">
                <a:srgbClr val="69DED7"/>
              </a:gs>
              <a:gs pos="100000">
                <a:srgbClr val="E3E6EA"/>
              </a:gs>
            </a:gsLst>
            <a:lin ang="0" scaled="1"/>
          </a:gradFill>
          <a:ln>
            <a:noFill/>
          </a:ln>
        </p:spPr>
        <p:txBody>
          <a:bodyPr wrap="square" lIns="0" tIns="0" rIns="0" bIns="0" rtlCol="0" anchor="ctr"/>
          <a:lstStyle>
            <a:lvl1pPr marL="0" indent="0" algn="ctr">
              <a:lnSpc>
                <a:spcPct val="100000"/>
              </a:lnSpc>
              <a:buNone/>
              <a:defRPr lang="en-US" sz="1400" dirty="0">
                <a:solidFill>
                  <a:srgbClr val="060E1D"/>
                </a:solidFill>
                <a:latin typeface="Aptos SemiBold" pitchFamily="34" charset="0"/>
                <a:ea typeface="Aptos SemiBold" pitchFamily="34" charset="-122"/>
                <a:cs typeface="Aptos SemiBold" pitchFamily="34" charset="-120"/>
              </a:defRPr>
            </a:lvl1pPr>
          </a:lstStyle>
          <a:p>
            <a:pPr marL="0" indent="0" algn="ctr">
              <a:lnSpc>
                <a:spcPct val="100000"/>
              </a:lnSpc>
              <a:buNone/>
            </a:pPr>
            <a:r>
              <a:rPr lang="en-US" sz="1400" dirty="0">
                <a:solidFill>
                  <a:srgbClr val="060E1D"/>
                </a:solidFill>
                <a:latin typeface="Aptos SemiBold" pitchFamily="34" charset="0"/>
                <a:ea typeface="Aptos SemiBold" pitchFamily="34" charset="-122"/>
                <a:cs typeface="Aptos SemiBold" pitchFamily="34" charset="-120"/>
              </a:rPr>
              <a:t>Tag · tag · tag</a:t>
            </a:r>
            <a:endParaRPr lang="en-US" sz="1400" dirty="0"/>
          </a:p>
        </p:txBody>
      </p:sp>
      <p:sp>
        <p:nvSpPr>
          <p:cNvPr id="10" name="Shape 1"/>
          <p:cNvSpPr/>
          <p:nvPr/>
        </p:nvSpPr>
        <p:spPr>
          <a:xfrm>
            <a:off x="634594" y="4343400"/>
            <a:ext cx="5989320" cy="0"/>
          </a:xfrm>
          <a:prstGeom prst="line">
            <a:avLst/>
          </a:prstGeom>
          <a:noFill/>
          <a:ln w="9525">
            <a:solidFill>
              <a:srgbClr val="D9DDE2"/>
            </a:solidFill>
            <a:prstDash val="solid"/>
          </a:ln>
        </p:spPr>
        <p:txBody>
          <a:bodyPr/>
          <a:lstStyle/>
          <a:p>
            <a:endParaRPr lang="en-US"/>
          </a:p>
        </p:txBody>
      </p:sp>
      <p:sp>
        <p:nvSpPr>
          <p:cNvPr id="11" name="Row num 3"/>
          <p:cNvSpPr>
            <a:spLocks noGrp="1"/>
          </p:cNvSpPr>
          <p:nvPr>
            <p:ph type="body" idx="109" hasCustomPrompt="1"/>
          </p:nvPr>
        </p:nvSpPr>
        <p:spPr>
          <a:xfrm>
            <a:off x="634594" y="4434840"/>
            <a:ext cx="868680" cy="594360"/>
          </a:xfrm>
          <a:prstGeom prst="rect">
            <a:avLst/>
          </a:prstGeom>
          <a:noFill/>
          <a:ln/>
        </p:spPr>
        <p:txBody>
          <a:bodyPr wrap="square" lIns="0" tIns="0" rIns="0" bIns="0" rtlCol="0" anchor="t"/>
          <a:lstStyle>
            <a:lvl1pPr marL="0" indent="0" algn="l">
              <a:lnSpc>
                <a:spcPct val="100000"/>
              </a:lnSpc>
              <a:buNone/>
              <a:def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100000"/>
              </a:lnSpc>
              <a:buNone/>
            </a:pPr>
            <a:r>
              <a: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03</a:t>
            </a:r>
            <a:endParaRPr lang="en-US" sz="4400" dirty="0"/>
          </a:p>
        </p:txBody>
      </p:sp>
      <p:sp>
        <p:nvSpPr>
          <p:cNvPr id="12" name="Row text 3"/>
          <p:cNvSpPr>
            <a:spLocks noGrp="1"/>
          </p:cNvSpPr>
          <p:nvPr>
            <p:ph type="body" idx="110" hasCustomPrompt="1"/>
          </p:nvPr>
        </p:nvSpPr>
        <p:spPr>
          <a:xfrm>
            <a:off x="1686154" y="4480560"/>
            <a:ext cx="4937760" cy="594360"/>
          </a:xfrm>
          <a:prstGeom prst="rect">
            <a:avLst/>
          </a:prstGeom>
          <a:noFill/>
          <a:ln/>
        </p:spPr>
        <p:txBody>
          <a:bodyPr wrap="square" lIns="0" tIns="0" rIns="0" bIns="0" rtlCol="0" anchor="t"/>
          <a:lstStyle>
            <a:lvl1pPr marL="0" indent="0" algn="l">
              <a:lnSpc>
                <a:spcPct val="10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100000"/>
              </a:lnSpc>
              <a:buNone/>
            </a:pPr>
            <a:r>
              <a:rPr lang="en-US" sz="1800" dirty="0">
                <a:solidFill>
                  <a:srgbClr val="060E1D"/>
                </a:solidFill>
                <a:latin typeface="Aptos SemiBold" pitchFamily="34" charset="0"/>
                <a:ea typeface="Aptos SemiBold" pitchFamily="34" charset="-122"/>
                <a:cs typeface="Aptos SemiBold" pitchFamily="34" charset="-120"/>
              </a:rPr>
              <a:t>Row statement, one or two lines</a:t>
            </a:r>
            <a:endParaRPr lang="en-US" sz="1800" dirty="0"/>
          </a:p>
        </p:txBody>
      </p:sp>
      <p:sp>
        <p:nvSpPr>
          <p:cNvPr id="13" name="Pill row 3"/>
          <p:cNvSpPr>
            <a:spLocks noGrp="1"/>
          </p:cNvSpPr>
          <p:nvPr>
            <p:ph type="body" idx="111" hasCustomPrompt="1"/>
          </p:nvPr>
        </p:nvSpPr>
        <p:spPr>
          <a:xfrm>
            <a:off x="1686154" y="5212080"/>
            <a:ext cx="3474720" cy="365760"/>
          </a:xfrm>
          <a:prstGeom prst="roundRect">
            <a:avLst>
              <a:gd name="adj" fmla="val 50000"/>
            </a:avLst>
          </a:prstGeom>
          <a:gradFill rotWithShape="1">
            <a:gsLst>
              <a:gs pos="0">
                <a:srgbClr val="69DED7"/>
              </a:gs>
              <a:gs pos="100000">
                <a:srgbClr val="E3E6EA"/>
              </a:gs>
            </a:gsLst>
            <a:lin ang="0" scaled="1"/>
          </a:gradFill>
          <a:ln>
            <a:noFill/>
          </a:ln>
        </p:spPr>
        <p:txBody>
          <a:bodyPr wrap="square" lIns="0" tIns="0" rIns="0" bIns="0" rtlCol="0" anchor="ctr"/>
          <a:lstStyle>
            <a:lvl1pPr marL="0" indent="0" algn="ctr">
              <a:lnSpc>
                <a:spcPct val="100000"/>
              </a:lnSpc>
              <a:buNone/>
              <a:defRPr lang="en-US" sz="1400" dirty="0">
                <a:solidFill>
                  <a:srgbClr val="060E1D"/>
                </a:solidFill>
                <a:latin typeface="Aptos SemiBold" pitchFamily="34" charset="0"/>
                <a:ea typeface="Aptos SemiBold" pitchFamily="34" charset="-122"/>
                <a:cs typeface="Aptos SemiBold" pitchFamily="34" charset="-120"/>
              </a:defRPr>
            </a:lvl1pPr>
          </a:lstStyle>
          <a:p>
            <a:pPr marL="0" indent="0" algn="ctr">
              <a:lnSpc>
                <a:spcPct val="100000"/>
              </a:lnSpc>
              <a:buNone/>
            </a:pPr>
            <a:r>
              <a:rPr lang="en-US" sz="1400" dirty="0">
                <a:solidFill>
                  <a:srgbClr val="060E1D"/>
                </a:solidFill>
                <a:latin typeface="Aptos SemiBold" pitchFamily="34" charset="0"/>
                <a:ea typeface="Aptos SemiBold" pitchFamily="34" charset="-122"/>
                <a:cs typeface="Aptos SemiBold" pitchFamily="34" charset="-120"/>
              </a:rPr>
              <a:t>Tag · tag · tag</a:t>
            </a:r>
            <a:endParaRPr lang="en-US" sz="1400" dirty="0"/>
          </a:p>
        </p:txBody>
      </p:sp>
      <p:sp>
        <p:nvSpPr>
          <p:cNvPr id="14" name="Photo"/>
          <p:cNvSpPr>
            <a:spLocks noGrp="1"/>
          </p:cNvSpPr>
          <p:nvPr>
            <p:ph type="pic" idx="112" hasCustomPrompt="1"/>
          </p:nvPr>
        </p:nvSpPr>
        <p:spPr>
          <a:xfrm>
            <a:off x="7086600" y="0"/>
            <a:ext cx="5105095"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pic>
        <p:nvPicPr>
          <p:cNvPr id="15"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16" name="Text 2"/>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7" name="Source"/>
          <p:cNvSpPr>
            <a:spLocks noGrp="1"/>
          </p:cNvSpPr>
          <p:nvPr>
            <p:ph type="body" idx="115" hasCustomPrompt="1"/>
          </p:nvPr>
        </p:nvSpPr>
        <p:spPr>
          <a:xfrm>
            <a:off x="3017520" y="6208776"/>
            <a:ext cx="3108960"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columns">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Text 0"/>
          <p:cNvSpPr/>
          <p:nvPr/>
        </p:nvSpPr>
        <p:spPr>
          <a:xfrm>
            <a:off x="634594" y="1810512"/>
            <a:ext cx="310896" cy="310896"/>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4" name="Text 1"/>
          <p:cNvSpPr/>
          <p:nvPr/>
        </p:nvSpPr>
        <p:spPr>
          <a:xfrm>
            <a:off x="706100" y="1882018"/>
            <a:ext cx="167884" cy="167884"/>
          </a:xfrm>
          <a:prstGeom prst="ellipse">
            <a:avLst/>
          </a:prstGeom>
          <a:solidFill>
            <a:srgbClr val="69DED7"/>
          </a:solidFill>
          <a:ln/>
        </p:spPr>
        <p:txBody>
          <a:bodyPr wrap="square" lIns="0" tIns="0" rIns="0" bIns="0" rtlCol="0" anchor="ctr"/>
          <a:lstStyle/>
          <a:p>
            <a:pPr marL="0" indent="0" algn="ctr">
              <a:lnSpc>
                <a:spcPct val="80000"/>
              </a:lnSpc>
              <a:buNone/>
            </a:pPr>
            <a:endParaRPr lang="en-US" sz="1400" dirty="0"/>
          </a:p>
        </p:txBody>
      </p:sp>
      <p:sp>
        <p:nvSpPr>
          <p:cNvPr id="5" name="Col heading 1"/>
          <p:cNvSpPr>
            <a:spLocks noGrp="1"/>
          </p:cNvSpPr>
          <p:nvPr>
            <p:ph type="body" idx="103" hasCustomPrompt="1"/>
          </p:nvPr>
        </p:nvSpPr>
        <p:spPr>
          <a:xfrm>
            <a:off x="1091794" y="1691640"/>
            <a:ext cx="4866437" cy="548640"/>
          </a:xfrm>
          <a:prstGeom prst="rect">
            <a:avLst/>
          </a:prstGeom>
          <a:noFill/>
          <a:ln/>
        </p:spPr>
        <p:txBody>
          <a:bodyPr wrap="square" lIns="0" tIns="0" rIns="0" bIns="0" rtlCol="0" anchor="ctr"/>
          <a:lstStyle>
            <a:lvl1pPr marL="0" indent="0" algn="l">
              <a:lnSpc>
                <a:spcPct val="80000"/>
              </a:lnSpc>
              <a:buNone/>
              <a:defRPr lang="en-US" sz="22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200" dirty="0">
                <a:solidFill>
                  <a:srgbClr val="060E1D"/>
                </a:solidFill>
                <a:latin typeface="Aptos SemiBold" pitchFamily="34" charset="0"/>
                <a:ea typeface="Aptos SemiBold" pitchFamily="34" charset="-122"/>
                <a:cs typeface="Aptos SemiBold" pitchFamily="34" charset="-120"/>
              </a:rPr>
              <a:t>Column heading</a:t>
            </a:r>
            <a:endParaRPr lang="en-US" sz="2200" dirty="0"/>
          </a:p>
        </p:txBody>
      </p:sp>
      <p:sp>
        <p:nvSpPr>
          <p:cNvPr id="6" name="Shape 2"/>
          <p:cNvSpPr/>
          <p:nvPr/>
        </p:nvSpPr>
        <p:spPr>
          <a:xfrm>
            <a:off x="634594" y="2423160"/>
            <a:ext cx="5323637" cy="0"/>
          </a:xfrm>
          <a:prstGeom prst="line">
            <a:avLst/>
          </a:prstGeom>
          <a:noFill/>
          <a:ln w="9525">
            <a:solidFill>
              <a:srgbClr val="69DED7"/>
            </a:solidFill>
            <a:prstDash val="solid"/>
          </a:ln>
        </p:spPr>
        <p:txBody>
          <a:bodyPr/>
          <a:lstStyle/>
          <a:p>
            <a:endParaRPr lang="en-US"/>
          </a:p>
        </p:txBody>
      </p:sp>
      <p:sp>
        <p:nvSpPr>
          <p:cNvPr id="7" name="Col 1"/>
          <p:cNvSpPr>
            <a:spLocks noGrp="1"/>
          </p:cNvSpPr>
          <p:nvPr>
            <p:ph type="body" idx="105" hasCustomPrompt="1"/>
          </p:nvPr>
        </p:nvSpPr>
        <p:spPr>
          <a:xfrm>
            <a:off x="634594" y="2606040"/>
            <a:ext cx="5323637" cy="3291840"/>
          </a:xfrm>
          <a:prstGeom prst="rect">
            <a:avLst/>
          </a:prstGeom>
          <a:noFill/>
          <a:ln/>
        </p:spPr>
        <p:txBody>
          <a:bodyPr wrap="square" lIns="0" tIns="0" rIns="0" bIns="0" rtlCol="0" anchor="t"/>
          <a:lstStyle>
            <a:lvl1pPr marL="384048" indent="-384048" algn="l">
              <a:lnSpc>
                <a:spcPct val="80000"/>
              </a:lnSpc>
              <a:spcAft>
                <a:spcPts val="800"/>
              </a:spcAft>
              <a:buFont typeface="Aptos"/>
              <a:buChar char="→"/>
              <a:defRPr lang="en-US" sz="1800" dirty="0">
                <a:solidFill>
                  <a:srgbClr val="060E1D"/>
                </a:solidFill>
                <a:latin typeface="Aptos" pitchFamily="34" charset="0"/>
                <a:ea typeface="Aptos" pitchFamily="34" charset="-122"/>
                <a:cs typeface="Aptos" pitchFamily="34" charset="-120"/>
              </a:defRPr>
            </a:lvl1pPr>
          </a:lstStyle>
          <a:p>
            <a:pPr algn="l">
              <a:lnSpc>
                <a:spcPct val="80000"/>
              </a:lnSpc>
            </a:pPr>
            <a:r>
              <a:rPr lang="en-US" sz="1800" dirty="0">
                <a:solidFill>
                  <a:srgbClr val="060E1D"/>
                </a:solidFill>
                <a:latin typeface="Aptos" pitchFamily="34" charset="0"/>
                <a:ea typeface="Aptos" pitchFamily="34" charset="-122"/>
                <a:cs typeface="Aptos" pitchFamily="34" charset="-120"/>
              </a:rPr>
              <a:t>Arrow bullet, 18pt</a:t>
            </a:r>
            <a:endParaRPr lang="en-US" sz="1800" dirty="0"/>
          </a:p>
        </p:txBody>
      </p:sp>
      <p:sp>
        <p:nvSpPr>
          <p:cNvPr id="8" name="Text 3"/>
          <p:cNvSpPr/>
          <p:nvPr/>
        </p:nvSpPr>
        <p:spPr>
          <a:xfrm>
            <a:off x="6233465" y="1810512"/>
            <a:ext cx="310896" cy="310896"/>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9" name="Text 4"/>
          <p:cNvSpPr/>
          <p:nvPr/>
        </p:nvSpPr>
        <p:spPr>
          <a:xfrm>
            <a:off x="6304971" y="1882018"/>
            <a:ext cx="167884" cy="167884"/>
          </a:xfrm>
          <a:prstGeom prst="ellipse">
            <a:avLst/>
          </a:prstGeom>
          <a:solidFill>
            <a:srgbClr val="69DED7"/>
          </a:solidFill>
          <a:ln/>
        </p:spPr>
        <p:txBody>
          <a:bodyPr wrap="square" lIns="0" tIns="0" rIns="0" bIns="0" rtlCol="0" anchor="ctr"/>
          <a:lstStyle/>
          <a:p>
            <a:pPr marL="0" indent="0" algn="ctr">
              <a:lnSpc>
                <a:spcPct val="80000"/>
              </a:lnSpc>
              <a:buNone/>
            </a:pPr>
            <a:endParaRPr lang="en-US" sz="1400" dirty="0"/>
          </a:p>
        </p:txBody>
      </p:sp>
      <p:sp>
        <p:nvSpPr>
          <p:cNvPr id="10" name="Col heading 2"/>
          <p:cNvSpPr>
            <a:spLocks noGrp="1"/>
          </p:cNvSpPr>
          <p:nvPr>
            <p:ph type="body" idx="108" hasCustomPrompt="1"/>
          </p:nvPr>
        </p:nvSpPr>
        <p:spPr>
          <a:xfrm>
            <a:off x="6690665" y="1691640"/>
            <a:ext cx="4866437" cy="548640"/>
          </a:xfrm>
          <a:prstGeom prst="rect">
            <a:avLst/>
          </a:prstGeom>
          <a:noFill/>
          <a:ln/>
        </p:spPr>
        <p:txBody>
          <a:bodyPr wrap="square" lIns="0" tIns="0" rIns="0" bIns="0" rtlCol="0" anchor="ctr"/>
          <a:lstStyle>
            <a:lvl1pPr marL="0" indent="0" algn="l">
              <a:lnSpc>
                <a:spcPct val="80000"/>
              </a:lnSpc>
              <a:buNone/>
              <a:defRPr lang="en-US" sz="22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200" dirty="0">
                <a:solidFill>
                  <a:srgbClr val="060E1D"/>
                </a:solidFill>
                <a:latin typeface="Aptos SemiBold" pitchFamily="34" charset="0"/>
                <a:ea typeface="Aptos SemiBold" pitchFamily="34" charset="-122"/>
                <a:cs typeface="Aptos SemiBold" pitchFamily="34" charset="-120"/>
              </a:rPr>
              <a:t>Column heading</a:t>
            </a:r>
            <a:endParaRPr lang="en-US" sz="2200" dirty="0"/>
          </a:p>
        </p:txBody>
      </p:sp>
      <p:sp>
        <p:nvSpPr>
          <p:cNvPr id="11" name="Shape 5"/>
          <p:cNvSpPr/>
          <p:nvPr/>
        </p:nvSpPr>
        <p:spPr>
          <a:xfrm>
            <a:off x="6233465" y="2423160"/>
            <a:ext cx="5323637" cy="0"/>
          </a:xfrm>
          <a:prstGeom prst="line">
            <a:avLst/>
          </a:prstGeom>
          <a:noFill/>
          <a:ln w="9525">
            <a:solidFill>
              <a:srgbClr val="69DED7"/>
            </a:solidFill>
            <a:prstDash val="solid"/>
          </a:ln>
        </p:spPr>
        <p:txBody>
          <a:bodyPr/>
          <a:lstStyle/>
          <a:p>
            <a:endParaRPr lang="en-US"/>
          </a:p>
        </p:txBody>
      </p:sp>
      <p:sp>
        <p:nvSpPr>
          <p:cNvPr id="12" name="Col 2"/>
          <p:cNvSpPr>
            <a:spLocks noGrp="1"/>
          </p:cNvSpPr>
          <p:nvPr>
            <p:ph type="body" idx="110" hasCustomPrompt="1"/>
          </p:nvPr>
        </p:nvSpPr>
        <p:spPr>
          <a:xfrm>
            <a:off x="6233465" y="2606040"/>
            <a:ext cx="5323637" cy="3291840"/>
          </a:xfrm>
          <a:prstGeom prst="rect">
            <a:avLst/>
          </a:prstGeom>
          <a:noFill/>
          <a:ln/>
        </p:spPr>
        <p:txBody>
          <a:bodyPr wrap="square" lIns="0" tIns="0" rIns="0" bIns="0" rtlCol="0" anchor="t"/>
          <a:lstStyle>
            <a:lvl1pPr marL="384048" indent="-384048" algn="l">
              <a:lnSpc>
                <a:spcPct val="80000"/>
              </a:lnSpc>
              <a:spcAft>
                <a:spcPts val="800"/>
              </a:spcAft>
              <a:buFont typeface="Aptos"/>
              <a:buChar char="→"/>
              <a:defRPr lang="en-US" sz="1800" dirty="0">
                <a:solidFill>
                  <a:srgbClr val="060E1D"/>
                </a:solidFill>
                <a:latin typeface="Aptos" pitchFamily="34" charset="0"/>
                <a:ea typeface="Aptos" pitchFamily="34" charset="-122"/>
                <a:cs typeface="Aptos" pitchFamily="34" charset="-120"/>
              </a:defRPr>
            </a:lvl1pPr>
          </a:lstStyle>
          <a:p>
            <a:pPr algn="l">
              <a:lnSpc>
                <a:spcPct val="80000"/>
              </a:lnSpc>
            </a:pPr>
            <a:r>
              <a:rPr lang="en-US" sz="1800" dirty="0">
                <a:solidFill>
                  <a:srgbClr val="060E1D"/>
                </a:solidFill>
                <a:latin typeface="Aptos" pitchFamily="34" charset="0"/>
                <a:ea typeface="Aptos" pitchFamily="34" charset="-122"/>
                <a:cs typeface="Aptos" pitchFamily="34" charset="-120"/>
              </a:rPr>
              <a:t>Arrow bullet, 18pt</a:t>
            </a:r>
            <a:endParaRPr lang="en-US" sz="1800" dirty="0"/>
          </a:p>
        </p:txBody>
      </p:sp>
      <p:pic>
        <p:nvPicPr>
          <p:cNvPr id="13"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14" name="Text 6"/>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5" name="Source"/>
          <p:cNvSpPr>
            <a:spLocks noGrp="1"/>
          </p:cNvSpPr>
          <p:nvPr>
            <p:ph type="body" idx="113"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ist rows">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Row 1"/>
          <p:cNvSpPr>
            <a:spLocks noGrp="1"/>
          </p:cNvSpPr>
          <p:nvPr>
            <p:ph type="body" idx="101" hasCustomPrompt="1"/>
          </p:nvPr>
        </p:nvSpPr>
        <p:spPr>
          <a:xfrm>
            <a:off x="634594" y="1691640"/>
            <a:ext cx="7498080" cy="402336"/>
          </a:xfrm>
          <a:prstGeom prst="roundRect">
            <a:avLst>
              <a:gd name="adj" fmla="val 22727"/>
            </a:avLst>
          </a:prstGeom>
          <a:gradFill rotWithShape="1">
            <a:gsLst>
              <a:gs pos="0">
                <a:srgbClr val="69DED7"/>
              </a:gs>
              <a:gs pos="100000">
                <a:srgbClr val="E3E6EA"/>
              </a:gs>
            </a:gsLst>
            <a:lin ang="0" scaled="1"/>
          </a:gradFill>
          <a:ln>
            <a:noFill/>
          </a:ln>
        </p:spPr>
        <p:txBody>
          <a:bodyPr wrap="square" lIns="177800" tIns="0" rIns="177800" bIns="0" rtlCol="0" anchor="ctr"/>
          <a:lstStyle>
            <a:lvl1pPr marL="0" indent="0" algn="l">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400" dirty="0">
                <a:solidFill>
                  <a:srgbClr val="060E1D"/>
                </a:solidFill>
                <a:latin typeface="Aptos" pitchFamily="34" charset="0"/>
                <a:ea typeface="Aptos" pitchFamily="34" charset="-122"/>
                <a:cs typeface="Aptos" pitchFamily="34" charset="-120"/>
              </a:rPr>
              <a:t>Row label  ·  row detail</a:t>
            </a:r>
            <a:endParaRPr lang="en-US" sz="1400" dirty="0"/>
          </a:p>
        </p:txBody>
      </p:sp>
      <p:sp>
        <p:nvSpPr>
          <p:cNvPr id="4" name="Row 2"/>
          <p:cNvSpPr>
            <a:spLocks noGrp="1"/>
          </p:cNvSpPr>
          <p:nvPr>
            <p:ph type="body" idx="102" hasCustomPrompt="1"/>
          </p:nvPr>
        </p:nvSpPr>
        <p:spPr>
          <a:xfrm>
            <a:off x="634594" y="2194560"/>
            <a:ext cx="7498080" cy="402336"/>
          </a:xfrm>
          <a:prstGeom prst="roundRect">
            <a:avLst>
              <a:gd name="adj" fmla="val 22727"/>
            </a:avLst>
          </a:prstGeom>
          <a:gradFill rotWithShape="1">
            <a:gsLst>
              <a:gs pos="0">
                <a:srgbClr val="69DED7"/>
              </a:gs>
              <a:gs pos="100000">
                <a:srgbClr val="E3E6EA"/>
              </a:gs>
            </a:gsLst>
            <a:lin ang="0" scaled="1"/>
          </a:gradFill>
          <a:ln>
            <a:noFill/>
          </a:ln>
        </p:spPr>
        <p:txBody>
          <a:bodyPr wrap="square" lIns="177800" tIns="0" rIns="177800" bIns="0" rtlCol="0" anchor="ctr"/>
          <a:lstStyle>
            <a:lvl1pPr marL="0" indent="0" algn="l">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400" dirty="0">
                <a:solidFill>
                  <a:srgbClr val="060E1D"/>
                </a:solidFill>
                <a:latin typeface="Aptos" pitchFamily="34" charset="0"/>
                <a:ea typeface="Aptos" pitchFamily="34" charset="-122"/>
                <a:cs typeface="Aptos" pitchFamily="34" charset="-120"/>
              </a:rPr>
              <a:t>Row label  ·  row detail</a:t>
            </a:r>
            <a:endParaRPr lang="en-US" sz="1400" dirty="0"/>
          </a:p>
        </p:txBody>
      </p:sp>
      <p:sp>
        <p:nvSpPr>
          <p:cNvPr id="5" name="Row 3"/>
          <p:cNvSpPr>
            <a:spLocks noGrp="1"/>
          </p:cNvSpPr>
          <p:nvPr>
            <p:ph type="body" idx="103" hasCustomPrompt="1"/>
          </p:nvPr>
        </p:nvSpPr>
        <p:spPr>
          <a:xfrm>
            <a:off x="634594" y="2697480"/>
            <a:ext cx="7498080" cy="402336"/>
          </a:xfrm>
          <a:prstGeom prst="roundRect">
            <a:avLst>
              <a:gd name="adj" fmla="val 22727"/>
            </a:avLst>
          </a:prstGeom>
          <a:gradFill rotWithShape="1">
            <a:gsLst>
              <a:gs pos="0">
                <a:srgbClr val="69DED7"/>
              </a:gs>
              <a:gs pos="100000">
                <a:srgbClr val="E3E6EA"/>
              </a:gs>
            </a:gsLst>
            <a:lin ang="0" scaled="1"/>
          </a:gradFill>
          <a:ln>
            <a:noFill/>
          </a:ln>
        </p:spPr>
        <p:txBody>
          <a:bodyPr wrap="square" lIns="177800" tIns="0" rIns="177800" bIns="0" rtlCol="0" anchor="ctr"/>
          <a:lstStyle>
            <a:lvl1pPr marL="0" indent="0" algn="l">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400" dirty="0">
                <a:solidFill>
                  <a:srgbClr val="060E1D"/>
                </a:solidFill>
                <a:latin typeface="Aptos" pitchFamily="34" charset="0"/>
                <a:ea typeface="Aptos" pitchFamily="34" charset="-122"/>
                <a:cs typeface="Aptos" pitchFamily="34" charset="-120"/>
              </a:rPr>
              <a:t>Row label  ·  row detail</a:t>
            </a:r>
            <a:endParaRPr lang="en-US" sz="1400" dirty="0"/>
          </a:p>
        </p:txBody>
      </p:sp>
      <p:sp>
        <p:nvSpPr>
          <p:cNvPr id="6" name="Row 4"/>
          <p:cNvSpPr>
            <a:spLocks noGrp="1"/>
          </p:cNvSpPr>
          <p:nvPr>
            <p:ph type="body" idx="104" hasCustomPrompt="1"/>
          </p:nvPr>
        </p:nvSpPr>
        <p:spPr>
          <a:xfrm>
            <a:off x="634594" y="3200400"/>
            <a:ext cx="7498080" cy="402336"/>
          </a:xfrm>
          <a:prstGeom prst="roundRect">
            <a:avLst>
              <a:gd name="adj" fmla="val 22727"/>
            </a:avLst>
          </a:prstGeom>
          <a:gradFill rotWithShape="1">
            <a:gsLst>
              <a:gs pos="0">
                <a:srgbClr val="69DED7"/>
              </a:gs>
              <a:gs pos="100000">
                <a:srgbClr val="E3E6EA"/>
              </a:gs>
            </a:gsLst>
            <a:lin ang="0" scaled="1"/>
          </a:gradFill>
          <a:ln>
            <a:noFill/>
          </a:ln>
        </p:spPr>
        <p:txBody>
          <a:bodyPr wrap="square" lIns="177800" tIns="0" rIns="177800" bIns="0" rtlCol="0" anchor="ctr"/>
          <a:lstStyle>
            <a:lvl1pPr marL="0" indent="0" algn="l">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400" dirty="0">
                <a:solidFill>
                  <a:srgbClr val="060E1D"/>
                </a:solidFill>
                <a:latin typeface="Aptos" pitchFamily="34" charset="0"/>
                <a:ea typeface="Aptos" pitchFamily="34" charset="-122"/>
                <a:cs typeface="Aptos" pitchFamily="34" charset="-120"/>
              </a:rPr>
              <a:t>Row label  ·  row detail</a:t>
            </a:r>
            <a:endParaRPr lang="en-US" sz="1400" dirty="0"/>
          </a:p>
        </p:txBody>
      </p:sp>
      <p:sp>
        <p:nvSpPr>
          <p:cNvPr id="7" name="Row 5"/>
          <p:cNvSpPr>
            <a:spLocks noGrp="1"/>
          </p:cNvSpPr>
          <p:nvPr>
            <p:ph type="body" idx="105" hasCustomPrompt="1"/>
          </p:nvPr>
        </p:nvSpPr>
        <p:spPr>
          <a:xfrm>
            <a:off x="634594" y="3703320"/>
            <a:ext cx="7498080" cy="402336"/>
          </a:xfrm>
          <a:prstGeom prst="roundRect">
            <a:avLst>
              <a:gd name="adj" fmla="val 22727"/>
            </a:avLst>
          </a:prstGeom>
          <a:solidFill>
            <a:srgbClr val="F6F7F8"/>
          </a:solidFill>
          <a:ln>
            <a:noFill/>
          </a:ln>
        </p:spPr>
        <p:txBody>
          <a:bodyPr wrap="square" lIns="177800" tIns="0" rIns="177800" bIns="0" rtlCol="0" anchor="ctr"/>
          <a:lstStyle>
            <a:lvl1pPr marL="0" indent="0" algn="l">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400" dirty="0">
                <a:solidFill>
                  <a:srgbClr val="060E1D"/>
                </a:solidFill>
                <a:latin typeface="Aptos" pitchFamily="34" charset="0"/>
                <a:ea typeface="Aptos" pitchFamily="34" charset="-122"/>
                <a:cs typeface="Aptos" pitchFamily="34" charset="-120"/>
              </a:rPr>
              <a:t>Row label  ·  row detail</a:t>
            </a:r>
            <a:endParaRPr lang="en-US" sz="1400" dirty="0"/>
          </a:p>
        </p:txBody>
      </p:sp>
      <p:sp>
        <p:nvSpPr>
          <p:cNvPr id="8" name="Row 6"/>
          <p:cNvSpPr>
            <a:spLocks noGrp="1"/>
          </p:cNvSpPr>
          <p:nvPr>
            <p:ph type="body" idx="106" hasCustomPrompt="1"/>
          </p:nvPr>
        </p:nvSpPr>
        <p:spPr>
          <a:xfrm>
            <a:off x="634594" y="4206240"/>
            <a:ext cx="7498080" cy="402336"/>
          </a:xfrm>
          <a:prstGeom prst="roundRect">
            <a:avLst>
              <a:gd name="adj" fmla="val 22727"/>
            </a:avLst>
          </a:prstGeom>
          <a:solidFill>
            <a:srgbClr val="F6F7F8"/>
          </a:solidFill>
          <a:ln>
            <a:noFill/>
          </a:ln>
        </p:spPr>
        <p:txBody>
          <a:bodyPr wrap="square" lIns="177800" tIns="0" rIns="177800" bIns="0" rtlCol="0" anchor="ctr"/>
          <a:lstStyle>
            <a:lvl1pPr marL="0" indent="0" algn="l">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400" dirty="0">
                <a:solidFill>
                  <a:srgbClr val="060E1D"/>
                </a:solidFill>
                <a:latin typeface="Aptos" pitchFamily="34" charset="0"/>
                <a:ea typeface="Aptos" pitchFamily="34" charset="-122"/>
                <a:cs typeface="Aptos" pitchFamily="34" charset="-120"/>
              </a:rPr>
              <a:t>Row label  ·  row detail</a:t>
            </a:r>
            <a:endParaRPr lang="en-US" sz="1400" dirty="0"/>
          </a:p>
        </p:txBody>
      </p:sp>
      <p:sp>
        <p:nvSpPr>
          <p:cNvPr id="9" name="Row 7"/>
          <p:cNvSpPr>
            <a:spLocks noGrp="1"/>
          </p:cNvSpPr>
          <p:nvPr>
            <p:ph type="body" idx="107" hasCustomPrompt="1"/>
          </p:nvPr>
        </p:nvSpPr>
        <p:spPr>
          <a:xfrm>
            <a:off x="634594" y="4709160"/>
            <a:ext cx="7498080" cy="402336"/>
          </a:xfrm>
          <a:prstGeom prst="roundRect">
            <a:avLst>
              <a:gd name="adj" fmla="val 22727"/>
            </a:avLst>
          </a:prstGeom>
          <a:solidFill>
            <a:srgbClr val="F6F7F8"/>
          </a:solidFill>
          <a:ln>
            <a:noFill/>
          </a:ln>
        </p:spPr>
        <p:txBody>
          <a:bodyPr wrap="square" lIns="177800" tIns="0" rIns="177800" bIns="0" rtlCol="0" anchor="ctr"/>
          <a:lstStyle>
            <a:lvl1pPr marL="0" indent="0" algn="l">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400" dirty="0">
                <a:solidFill>
                  <a:srgbClr val="060E1D"/>
                </a:solidFill>
                <a:latin typeface="Aptos" pitchFamily="34" charset="0"/>
                <a:ea typeface="Aptos" pitchFamily="34" charset="-122"/>
                <a:cs typeface="Aptos" pitchFamily="34" charset="-120"/>
              </a:rPr>
              <a:t>Row label  ·  row detail</a:t>
            </a:r>
            <a:endParaRPr lang="en-US" sz="1400" dirty="0"/>
          </a:p>
        </p:txBody>
      </p:sp>
      <p:sp>
        <p:nvSpPr>
          <p:cNvPr id="10" name="Row 8"/>
          <p:cNvSpPr>
            <a:spLocks noGrp="1"/>
          </p:cNvSpPr>
          <p:nvPr>
            <p:ph type="body" idx="108" hasCustomPrompt="1"/>
          </p:nvPr>
        </p:nvSpPr>
        <p:spPr>
          <a:xfrm>
            <a:off x="634594" y="5212080"/>
            <a:ext cx="7498080" cy="402336"/>
          </a:xfrm>
          <a:prstGeom prst="roundRect">
            <a:avLst>
              <a:gd name="adj" fmla="val 22727"/>
            </a:avLst>
          </a:prstGeom>
          <a:solidFill>
            <a:srgbClr val="F6F7F8"/>
          </a:solidFill>
          <a:ln>
            <a:noFill/>
          </a:ln>
        </p:spPr>
        <p:txBody>
          <a:bodyPr wrap="square" lIns="177800" tIns="0" rIns="177800" bIns="0" rtlCol="0" anchor="ctr"/>
          <a:lstStyle>
            <a:lvl1pPr marL="0" indent="0" algn="l">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400" dirty="0">
                <a:solidFill>
                  <a:srgbClr val="060E1D"/>
                </a:solidFill>
                <a:latin typeface="Aptos" pitchFamily="34" charset="0"/>
                <a:ea typeface="Aptos" pitchFamily="34" charset="-122"/>
                <a:cs typeface="Aptos" pitchFamily="34" charset="-120"/>
              </a:rPr>
              <a:t>Row label  ·  row detail</a:t>
            </a:r>
            <a:endParaRPr lang="en-US" sz="1400" dirty="0"/>
          </a:p>
        </p:txBody>
      </p:sp>
      <p:sp>
        <p:nvSpPr>
          <p:cNvPr id="11" name="Text 0"/>
          <p:cNvSpPr/>
          <p:nvPr/>
        </p:nvSpPr>
        <p:spPr>
          <a:xfrm>
            <a:off x="8476488" y="1755648"/>
            <a:ext cx="274320" cy="274320"/>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12" name="Text 1"/>
          <p:cNvSpPr/>
          <p:nvPr/>
        </p:nvSpPr>
        <p:spPr>
          <a:xfrm>
            <a:off x="8539582" y="1818742"/>
            <a:ext cx="148133" cy="148133"/>
          </a:xfrm>
          <a:prstGeom prst="ellipse">
            <a:avLst/>
          </a:prstGeom>
          <a:solidFill>
            <a:srgbClr val="69DED7"/>
          </a:solidFill>
          <a:ln/>
        </p:spPr>
        <p:txBody>
          <a:bodyPr wrap="square" lIns="0" tIns="0" rIns="0" bIns="0" rtlCol="0" anchor="ctr"/>
          <a:lstStyle/>
          <a:p>
            <a:pPr marL="0" indent="0" algn="ctr">
              <a:lnSpc>
                <a:spcPct val="80000"/>
              </a:lnSpc>
              <a:buNone/>
            </a:pPr>
            <a:endParaRPr lang="en-US" sz="1400" dirty="0"/>
          </a:p>
        </p:txBody>
      </p:sp>
      <p:sp>
        <p:nvSpPr>
          <p:cNvPr id="13" name="List note 1"/>
          <p:cNvSpPr>
            <a:spLocks noGrp="1"/>
          </p:cNvSpPr>
          <p:nvPr>
            <p:ph type="body" idx="111" hasCustomPrompt="1"/>
          </p:nvPr>
        </p:nvSpPr>
        <p:spPr>
          <a:xfrm>
            <a:off x="8915400" y="1691640"/>
            <a:ext cx="2641702" cy="146304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060E1D"/>
                </a:solidFill>
                <a:latin typeface="Aptos" pitchFamily="34" charset="0"/>
                <a:ea typeface="Aptos" pitchFamily="34" charset="-122"/>
                <a:cs typeface="Aptos" pitchFamily="34" charset="-120"/>
              </a:rPr>
              <a:t>Grouping note</a:t>
            </a:r>
            <a:endParaRPr lang="en-US" sz="1600" dirty="0"/>
          </a:p>
        </p:txBody>
      </p:sp>
      <p:sp>
        <p:nvSpPr>
          <p:cNvPr id="14" name="Text 2"/>
          <p:cNvSpPr/>
          <p:nvPr/>
        </p:nvSpPr>
        <p:spPr>
          <a:xfrm>
            <a:off x="8476488" y="3767328"/>
            <a:ext cx="274320" cy="274320"/>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15" name="Text 3"/>
          <p:cNvSpPr/>
          <p:nvPr/>
        </p:nvSpPr>
        <p:spPr>
          <a:xfrm>
            <a:off x="8539582" y="3830422"/>
            <a:ext cx="148133" cy="148133"/>
          </a:xfrm>
          <a:prstGeom prst="ellipse">
            <a:avLst/>
          </a:prstGeom>
          <a:solidFill>
            <a:srgbClr val="69DED7"/>
          </a:solidFill>
          <a:ln/>
        </p:spPr>
        <p:txBody>
          <a:bodyPr wrap="square" lIns="0" tIns="0" rIns="0" bIns="0" rtlCol="0" anchor="ctr"/>
          <a:lstStyle/>
          <a:p>
            <a:pPr marL="0" indent="0" algn="ctr">
              <a:lnSpc>
                <a:spcPct val="80000"/>
              </a:lnSpc>
              <a:buNone/>
            </a:pPr>
            <a:endParaRPr lang="en-US" sz="1400" dirty="0"/>
          </a:p>
        </p:txBody>
      </p:sp>
      <p:sp>
        <p:nvSpPr>
          <p:cNvPr id="16" name="List note 2"/>
          <p:cNvSpPr>
            <a:spLocks noGrp="1"/>
          </p:cNvSpPr>
          <p:nvPr>
            <p:ph type="body" idx="114" hasCustomPrompt="1"/>
          </p:nvPr>
        </p:nvSpPr>
        <p:spPr>
          <a:xfrm>
            <a:off x="8915400" y="3703320"/>
            <a:ext cx="2641702" cy="146304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060E1D"/>
                </a:solidFill>
                <a:latin typeface="Aptos" pitchFamily="34" charset="0"/>
                <a:ea typeface="Aptos" pitchFamily="34" charset="-122"/>
                <a:cs typeface="Aptos" pitchFamily="34" charset="-120"/>
              </a:rPr>
              <a:t>Grouping note</a:t>
            </a:r>
            <a:endParaRPr lang="en-US" sz="1600" dirty="0"/>
          </a:p>
        </p:txBody>
      </p:sp>
      <p:pic>
        <p:nvPicPr>
          <p:cNvPr id="17"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18" name="Text 4"/>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9" name="Source"/>
          <p:cNvSpPr>
            <a:spLocks noGrp="1"/>
          </p:cNvSpPr>
          <p:nvPr>
            <p:ph type="body" idx="117"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cards">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Text 0"/>
          <p:cNvSpPr/>
          <p:nvPr/>
        </p:nvSpPr>
        <p:spPr>
          <a:xfrm>
            <a:off x="634594" y="1691640"/>
            <a:ext cx="3458261" cy="4206240"/>
          </a:xfrm>
          <a:prstGeom prst="roundRect">
            <a:avLst>
              <a:gd name="adj" fmla="val 2644"/>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4" name="Card num 1"/>
          <p:cNvSpPr>
            <a:spLocks noGrp="1"/>
          </p:cNvSpPr>
          <p:nvPr>
            <p:ph type="body" idx="102" hasCustomPrompt="1"/>
          </p:nvPr>
        </p:nvSpPr>
        <p:spPr>
          <a:xfrm>
            <a:off x="954634" y="2011680"/>
            <a:ext cx="2818181" cy="731520"/>
          </a:xfrm>
          <a:prstGeom prst="rect">
            <a:avLst/>
          </a:prstGeom>
          <a:noFill/>
          <a:ln/>
        </p:spPr>
        <p:txBody>
          <a:bodyPr wrap="square" lIns="0" tIns="0" rIns="0" bIns="0" rtlCol="0" anchor="t"/>
          <a:lstStyle>
            <a:lvl1pPr marL="0" indent="0" algn="l">
              <a:lnSpc>
                <a:spcPct val="80000"/>
              </a:lnSpc>
              <a:buNone/>
              <a:def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01</a:t>
            </a:r>
            <a:endParaRPr lang="en-US" sz="4400" dirty="0"/>
          </a:p>
        </p:txBody>
      </p:sp>
      <p:sp>
        <p:nvSpPr>
          <p:cNvPr id="5" name="Card heading 1"/>
          <p:cNvSpPr>
            <a:spLocks noGrp="1"/>
          </p:cNvSpPr>
          <p:nvPr>
            <p:ph type="body" idx="103" hasCustomPrompt="1"/>
          </p:nvPr>
        </p:nvSpPr>
        <p:spPr>
          <a:xfrm>
            <a:off x="954634" y="2926080"/>
            <a:ext cx="2818181" cy="73152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Card heading</a:t>
            </a:r>
            <a:endParaRPr lang="en-US" sz="2000" dirty="0"/>
          </a:p>
        </p:txBody>
      </p:sp>
      <p:sp>
        <p:nvSpPr>
          <p:cNvPr id="6" name="Card body 1"/>
          <p:cNvSpPr>
            <a:spLocks noGrp="1"/>
          </p:cNvSpPr>
          <p:nvPr>
            <p:ph type="body" idx="104" hasCustomPrompt="1"/>
          </p:nvPr>
        </p:nvSpPr>
        <p:spPr>
          <a:xfrm>
            <a:off x="954634" y="3749040"/>
            <a:ext cx="2818181" cy="187452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060E1D"/>
                </a:solidFill>
                <a:latin typeface="Aptos" pitchFamily="34" charset="0"/>
                <a:ea typeface="Aptos" pitchFamily="34" charset="-122"/>
                <a:cs typeface="Aptos" pitchFamily="34" charset="-120"/>
              </a:rPr>
              <a:t>Card text, 16pt</a:t>
            </a:r>
            <a:endParaRPr lang="en-US" sz="1600" dirty="0"/>
          </a:p>
        </p:txBody>
      </p:sp>
      <p:sp>
        <p:nvSpPr>
          <p:cNvPr id="7" name="Text 1"/>
          <p:cNvSpPr/>
          <p:nvPr/>
        </p:nvSpPr>
        <p:spPr>
          <a:xfrm>
            <a:off x="4367174" y="1691640"/>
            <a:ext cx="3458261" cy="4206240"/>
          </a:xfrm>
          <a:prstGeom prst="roundRect">
            <a:avLst>
              <a:gd name="adj" fmla="val 2644"/>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8" name="Card num 2"/>
          <p:cNvSpPr>
            <a:spLocks noGrp="1"/>
          </p:cNvSpPr>
          <p:nvPr>
            <p:ph type="body" idx="106" hasCustomPrompt="1"/>
          </p:nvPr>
        </p:nvSpPr>
        <p:spPr>
          <a:xfrm>
            <a:off x="4687214" y="2011680"/>
            <a:ext cx="2818181" cy="731520"/>
          </a:xfrm>
          <a:prstGeom prst="rect">
            <a:avLst/>
          </a:prstGeom>
          <a:noFill/>
          <a:ln/>
        </p:spPr>
        <p:txBody>
          <a:bodyPr wrap="square" lIns="0" tIns="0" rIns="0" bIns="0" rtlCol="0" anchor="t"/>
          <a:lstStyle>
            <a:lvl1pPr marL="0" indent="0" algn="l">
              <a:lnSpc>
                <a:spcPct val="80000"/>
              </a:lnSpc>
              <a:buNone/>
              <a:def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02</a:t>
            </a:r>
            <a:endParaRPr lang="en-US" sz="4400" dirty="0"/>
          </a:p>
        </p:txBody>
      </p:sp>
      <p:sp>
        <p:nvSpPr>
          <p:cNvPr id="9" name="Card heading 2"/>
          <p:cNvSpPr>
            <a:spLocks noGrp="1"/>
          </p:cNvSpPr>
          <p:nvPr>
            <p:ph type="body" idx="107" hasCustomPrompt="1"/>
          </p:nvPr>
        </p:nvSpPr>
        <p:spPr>
          <a:xfrm>
            <a:off x="4687214" y="2926080"/>
            <a:ext cx="2818181" cy="73152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Card heading</a:t>
            </a:r>
            <a:endParaRPr lang="en-US" sz="2000" dirty="0"/>
          </a:p>
        </p:txBody>
      </p:sp>
      <p:sp>
        <p:nvSpPr>
          <p:cNvPr id="10" name="Card body 2"/>
          <p:cNvSpPr>
            <a:spLocks noGrp="1"/>
          </p:cNvSpPr>
          <p:nvPr>
            <p:ph type="body" idx="108" hasCustomPrompt="1"/>
          </p:nvPr>
        </p:nvSpPr>
        <p:spPr>
          <a:xfrm>
            <a:off x="4687214" y="3749040"/>
            <a:ext cx="2818181" cy="187452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060E1D"/>
                </a:solidFill>
                <a:latin typeface="Aptos" pitchFamily="34" charset="0"/>
                <a:ea typeface="Aptos" pitchFamily="34" charset="-122"/>
                <a:cs typeface="Aptos" pitchFamily="34" charset="-120"/>
              </a:rPr>
              <a:t>Card text, 16pt</a:t>
            </a:r>
            <a:endParaRPr lang="en-US" sz="1600" dirty="0"/>
          </a:p>
        </p:txBody>
      </p:sp>
      <p:sp>
        <p:nvSpPr>
          <p:cNvPr id="11" name="Text 2"/>
          <p:cNvSpPr/>
          <p:nvPr/>
        </p:nvSpPr>
        <p:spPr>
          <a:xfrm>
            <a:off x="8098841" y="1691640"/>
            <a:ext cx="3458261" cy="4206240"/>
          </a:xfrm>
          <a:prstGeom prst="roundRect">
            <a:avLst>
              <a:gd name="adj" fmla="val 2644"/>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12" name="Card num 3"/>
          <p:cNvSpPr>
            <a:spLocks noGrp="1"/>
          </p:cNvSpPr>
          <p:nvPr>
            <p:ph type="body" idx="110" hasCustomPrompt="1"/>
          </p:nvPr>
        </p:nvSpPr>
        <p:spPr>
          <a:xfrm>
            <a:off x="8418881" y="2011680"/>
            <a:ext cx="2818181" cy="731520"/>
          </a:xfrm>
          <a:prstGeom prst="rect">
            <a:avLst/>
          </a:prstGeom>
          <a:noFill/>
          <a:ln/>
        </p:spPr>
        <p:txBody>
          <a:bodyPr wrap="square" lIns="0" tIns="0" rIns="0" bIns="0" rtlCol="0" anchor="t"/>
          <a:lstStyle>
            <a:lvl1pPr marL="0" indent="0" algn="l">
              <a:lnSpc>
                <a:spcPct val="80000"/>
              </a:lnSpc>
              <a:buNone/>
              <a:def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03</a:t>
            </a:r>
            <a:endParaRPr lang="en-US" sz="4400" dirty="0"/>
          </a:p>
        </p:txBody>
      </p:sp>
      <p:sp>
        <p:nvSpPr>
          <p:cNvPr id="13" name="Card heading 3"/>
          <p:cNvSpPr>
            <a:spLocks noGrp="1"/>
          </p:cNvSpPr>
          <p:nvPr>
            <p:ph type="body" idx="111" hasCustomPrompt="1"/>
          </p:nvPr>
        </p:nvSpPr>
        <p:spPr>
          <a:xfrm>
            <a:off x="8418881" y="2926080"/>
            <a:ext cx="2818181" cy="73152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Card heading</a:t>
            </a:r>
            <a:endParaRPr lang="en-US" sz="2000" dirty="0"/>
          </a:p>
        </p:txBody>
      </p:sp>
      <p:sp>
        <p:nvSpPr>
          <p:cNvPr id="14" name="Card body 3"/>
          <p:cNvSpPr>
            <a:spLocks noGrp="1"/>
          </p:cNvSpPr>
          <p:nvPr>
            <p:ph type="body" idx="112" hasCustomPrompt="1"/>
          </p:nvPr>
        </p:nvSpPr>
        <p:spPr>
          <a:xfrm>
            <a:off x="8418881" y="3749040"/>
            <a:ext cx="2818181" cy="187452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060E1D"/>
                </a:solidFill>
                <a:latin typeface="Aptos" pitchFamily="34" charset="0"/>
                <a:ea typeface="Aptos" pitchFamily="34" charset="-122"/>
                <a:cs typeface="Aptos" pitchFamily="34" charset="-120"/>
              </a:rPr>
              <a:t>Card text, 16pt</a:t>
            </a:r>
            <a:endParaRPr lang="en-US" sz="1600" dirty="0"/>
          </a:p>
        </p:txBody>
      </p:sp>
      <p:pic>
        <p:nvPicPr>
          <p:cNvPr id="15"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16" name="Text 3"/>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7" name="Source"/>
          <p:cNvSpPr>
            <a:spLocks noGrp="1"/>
          </p:cNvSpPr>
          <p:nvPr>
            <p:ph type="body" idx="115"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cards · numbered">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Text 0"/>
          <p:cNvSpPr/>
          <p:nvPr/>
        </p:nvSpPr>
        <p:spPr>
          <a:xfrm>
            <a:off x="634594" y="1691640"/>
            <a:ext cx="5323637" cy="1965960"/>
          </a:xfrm>
          <a:prstGeom prst="roundRect">
            <a:avLst>
              <a:gd name="adj" fmla="val 4651"/>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4" name="Text 1"/>
          <p:cNvSpPr/>
          <p:nvPr/>
        </p:nvSpPr>
        <p:spPr>
          <a:xfrm>
            <a:off x="954634" y="1965960"/>
            <a:ext cx="566928" cy="566928"/>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5" name="Text 2"/>
          <p:cNvSpPr/>
          <p:nvPr/>
        </p:nvSpPr>
        <p:spPr>
          <a:xfrm>
            <a:off x="1062350" y="2073676"/>
            <a:ext cx="351495" cy="351495"/>
          </a:xfrm>
          <a:prstGeom prst="ellipse">
            <a:avLst/>
          </a:prstGeom>
          <a:solidFill>
            <a:srgbClr val="69DED7"/>
          </a:solidFill>
          <a:ln/>
        </p:spPr>
        <p:txBody>
          <a:bodyPr wrap="square" lIns="0" tIns="0" rIns="0" bIns="0" rtlCol="0" anchor="ctr"/>
          <a:lstStyle/>
          <a:p>
            <a:pPr marL="0" indent="0" algn="ctr">
              <a:lnSpc>
                <a:spcPct val="80000"/>
              </a:lnSpc>
              <a:buNone/>
            </a:pPr>
            <a:r>
              <a:rPr lang="en-US" sz="1400" dirty="0">
                <a:solidFill>
                  <a:srgbClr val="060E1D"/>
                </a:solidFill>
                <a:latin typeface="Aptos SemiBold" pitchFamily="34" charset="0"/>
                <a:ea typeface="Aptos SemiBold" pitchFamily="34" charset="-122"/>
                <a:cs typeface="Aptos SemiBold" pitchFamily="34" charset="-120"/>
              </a:rPr>
              <a:t>1</a:t>
            </a:r>
            <a:endParaRPr lang="en-US" sz="1400" dirty="0"/>
          </a:p>
        </p:txBody>
      </p:sp>
      <p:sp>
        <p:nvSpPr>
          <p:cNvPr id="6" name="Card heading 1"/>
          <p:cNvSpPr>
            <a:spLocks noGrp="1"/>
          </p:cNvSpPr>
          <p:nvPr>
            <p:ph type="body" idx="104" hasCustomPrompt="1"/>
          </p:nvPr>
        </p:nvSpPr>
        <p:spPr>
          <a:xfrm>
            <a:off x="1731874" y="2020824"/>
            <a:ext cx="3952037" cy="457200"/>
          </a:xfrm>
          <a:prstGeom prst="rect">
            <a:avLst/>
          </a:prstGeom>
          <a:noFill/>
          <a:ln/>
        </p:spPr>
        <p:txBody>
          <a:bodyPr wrap="square" lIns="0" tIns="0" rIns="0" bIns="0" rtlCol="0" anchor="ctr"/>
          <a:lstStyle>
            <a:lvl1pPr marL="0" indent="0" algn="l">
              <a:lnSpc>
                <a:spcPct val="80000"/>
              </a:lnSpc>
              <a:buNone/>
              <a:defRPr lang="en-US" sz="22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200" dirty="0">
                <a:solidFill>
                  <a:srgbClr val="060E1D"/>
                </a:solidFill>
                <a:latin typeface="Aptos SemiBold" pitchFamily="34" charset="0"/>
                <a:ea typeface="Aptos SemiBold" pitchFamily="34" charset="-122"/>
                <a:cs typeface="Aptos SemiBold" pitchFamily="34" charset="-120"/>
              </a:rPr>
              <a:t>Card heading</a:t>
            </a:r>
            <a:endParaRPr lang="en-US" sz="2200" dirty="0"/>
          </a:p>
        </p:txBody>
      </p:sp>
      <p:sp>
        <p:nvSpPr>
          <p:cNvPr id="7" name="Card body 1"/>
          <p:cNvSpPr>
            <a:spLocks noGrp="1"/>
          </p:cNvSpPr>
          <p:nvPr>
            <p:ph type="body" idx="105" hasCustomPrompt="1"/>
          </p:nvPr>
        </p:nvSpPr>
        <p:spPr>
          <a:xfrm>
            <a:off x="1000354" y="2697480"/>
            <a:ext cx="4592117" cy="86868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060E1D"/>
                </a:solidFill>
                <a:latin typeface="Aptos" pitchFamily="34" charset="0"/>
                <a:ea typeface="Aptos" pitchFamily="34" charset="-122"/>
                <a:cs typeface="Aptos" pitchFamily="34" charset="-120"/>
              </a:rPr>
              <a:t>Card text, 16pt</a:t>
            </a:r>
            <a:endParaRPr lang="en-US" sz="1600" dirty="0"/>
          </a:p>
        </p:txBody>
      </p:sp>
      <p:sp>
        <p:nvSpPr>
          <p:cNvPr id="8" name="Text 3"/>
          <p:cNvSpPr/>
          <p:nvPr/>
        </p:nvSpPr>
        <p:spPr>
          <a:xfrm>
            <a:off x="6233465" y="1691640"/>
            <a:ext cx="5323637" cy="1965960"/>
          </a:xfrm>
          <a:prstGeom prst="roundRect">
            <a:avLst>
              <a:gd name="adj" fmla="val 4651"/>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9" name="Text 4"/>
          <p:cNvSpPr/>
          <p:nvPr/>
        </p:nvSpPr>
        <p:spPr>
          <a:xfrm>
            <a:off x="6553505" y="1965960"/>
            <a:ext cx="566928" cy="566928"/>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10" name="Text 5"/>
          <p:cNvSpPr/>
          <p:nvPr/>
        </p:nvSpPr>
        <p:spPr>
          <a:xfrm>
            <a:off x="6661221" y="2073676"/>
            <a:ext cx="351495" cy="351495"/>
          </a:xfrm>
          <a:prstGeom prst="ellipse">
            <a:avLst/>
          </a:prstGeom>
          <a:solidFill>
            <a:srgbClr val="69DED7"/>
          </a:solidFill>
          <a:ln/>
        </p:spPr>
        <p:txBody>
          <a:bodyPr wrap="square" lIns="0" tIns="0" rIns="0" bIns="0" rtlCol="0" anchor="ctr"/>
          <a:lstStyle/>
          <a:p>
            <a:pPr marL="0" indent="0" algn="ctr">
              <a:lnSpc>
                <a:spcPct val="80000"/>
              </a:lnSpc>
              <a:buNone/>
            </a:pPr>
            <a:r>
              <a:rPr lang="en-US" sz="1400" dirty="0">
                <a:solidFill>
                  <a:srgbClr val="060E1D"/>
                </a:solidFill>
                <a:latin typeface="Aptos SemiBold" pitchFamily="34" charset="0"/>
                <a:ea typeface="Aptos SemiBold" pitchFamily="34" charset="-122"/>
                <a:cs typeface="Aptos SemiBold" pitchFamily="34" charset="-120"/>
              </a:rPr>
              <a:t>2</a:t>
            </a:r>
            <a:endParaRPr lang="en-US" sz="1400" dirty="0"/>
          </a:p>
        </p:txBody>
      </p:sp>
      <p:sp>
        <p:nvSpPr>
          <p:cNvPr id="11" name="Card heading 2"/>
          <p:cNvSpPr>
            <a:spLocks noGrp="1"/>
          </p:cNvSpPr>
          <p:nvPr>
            <p:ph type="body" idx="109" hasCustomPrompt="1"/>
          </p:nvPr>
        </p:nvSpPr>
        <p:spPr>
          <a:xfrm>
            <a:off x="7330745" y="2020824"/>
            <a:ext cx="3952037" cy="457200"/>
          </a:xfrm>
          <a:prstGeom prst="rect">
            <a:avLst/>
          </a:prstGeom>
          <a:noFill/>
          <a:ln/>
        </p:spPr>
        <p:txBody>
          <a:bodyPr wrap="square" lIns="0" tIns="0" rIns="0" bIns="0" rtlCol="0" anchor="ctr"/>
          <a:lstStyle>
            <a:lvl1pPr marL="0" indent="0" algn="l">
              <a:lnSpc>
                <a:spcPct val="80000"/>
              </a:lnSpc>
              <a:buNone/>
              <a:defRPr lang="en-US" sz="22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200" dirty="0">
                <a:solidFill>
                  <a:srgbClr val="060E1D"/>
                </a:solidFill>
                <a:latin typeface="Aptos SemiBold" pitchFamily="34" charset="0"/>
                <a:ea typeface="Aptos SemiBold" pitchFamily="34" charset="-122"/>
                <a:cs typeface="Aptos SemiBold" pitchFamily="34" charset="-120"/>
              </a:rPr>
              <a:t>Card heading</a:t>
            </a:r>
            <a:endParaRPr lang="en-US" sz="2200" dirty="0"/>
          </a:p>
        </p:txBody>
      </p:sp>
      <p:sp>
        <p:nvSpPr>
          <p:cNvPr id="12" name="Card body 2"/>
          <p:cNvSpPr>
            <a:spLocks noGrp="1"/>
          </p:cNvSpPr>
          <p:nvPr>
            <p:ph type="body" idx="110" hasCustomPrompt="1"/>
          </p:nvPr>
        </p:nvSpPr>
        <p:spPr>
          <a:xfrm>
            <a:off x="6599225" y="2697480"/>
            <a:ext cx="4592117" cy="86868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060E1D"/>
                </a:solidFill>
                <a:latin typeface="Aptos" pitchFamily="34" charset="0"/>
                <a:ea typeface="Aptos" pitchFamily="34" charset="-122"/>
                <a:cs typeface="Aptos" pitchFamily="34" charset="-120"/>
              </a:rPr>
              <a:t>Card text, 16pt</a:t>
            </a:r>
            <a:endParaRPr lang="en-US" sz="1600" dirty="0"/>
          </a:p>
        </p:txBody>
      </p:sp>
      <p:sp>
        <p:nvSpPr>
          <p:cNvPr id="13" name="Text 6"/>
          <p:cNvSpPr/>
          <p:nvPr/>
        </p:nvSpPr>
        <p:spPr>
          <a:xfrm>
            <a:off x="634594" y="3840480"/>
            <a:ext cx="5323637" cy="1965960"/>
          </a:xfrm>
          <a:prstGeom prst="roundRect">
            <a:avLst>
              <a:gd name="adj" fmla="val 4651"/>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14" name="Text 7"/>
          <p:cNvSpPr/>
          <p:nvPr/>
        </p:nvSpPr>
        <p:spPr>
          <a:xfrm>
            <a:off x="954634" y="4114800"/>
            <a:ext cx="566928" cy="566928"/>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15" name="Text 8"/>
          <p:cNvSpPr/>
          <p:nvPr/>
        </p:nvSpPr>
        <p:spPr>
          <a:xfrm>
            <a:off x="1062350" y="4222516"/>
            <a:ext cx="351495" cy="351495"/>
          </a:xfrm>
          <a:prstGeom prst="ellipse">
            <a:avLst/>
          </a:prstGeom>
          <a:solidFill>
            <a:srgbClr val="69DED7"/>
          </a:solidFill>
          <a:ln/>
        </p:spPr>
        <p:txBody>
          <a:bodyPr wrap="square" lIns="0" tIns="0" rIns="0" bIns="0" rtlCol="0" anchor="ctr"/>
          <a:lstStyle/>
          <a:p>
            <a:pPr marL="0" indent="0" algn="ctr">
              <a:lnSpc>
                <a:spcPct val="80000"/>
              </a:lnSpc>
              <a:buNone/>
            </a:pPr>
            <a:r>
              <a:rPr lang="en-US" sz="1400" dirty="0">
                <a:solidFill>
                  <a:srgbClr val="060E1D"/>
                </a:solidFill>
                <a:latin typeface="Aptos SemiBold" pitchFamily="34" charset="0"/>
                <a:ea typeface="Aptos SemiBold" pitchFamily="34" charset="-122"/>
                <a:cs typeface="Aptos SemiBold" pitchFamily="34" charset="-120"/>
              </a:rPr>
              <a:t>3</a:t>
            </a:r>
            <a:endParaRPr lang="en-US" sz="1400" dirty="0"/>
          </a:p>
        </p:txBody>
      </p:sp>
      <p:sp>
        <p:nvSpPr>
          <p:cNvPr id="16" name="Card heading 3"/>
          <p:cNvSpPr>
            <a:spLocks noGrp="1"/>
          </p:cNvSpPr>
          <p:nvPr>
            <p:ph type="body" idx="114" hasCustomPrompt="1"/>
          </p:nvPr>
        </p:nvSpPr>
        <p:spPr>
          <a:xfrm>
            <a:off x="1731874" y="4169664"/>
            <a:ext cx="3952037" cy="457200"/>
          </a:xfrm>
          <a:prstGeom prst="rect">
            <a:avLst/>
          </a:prstGeom>
          <a:noFill/>
          <a:ln/>
        </p:spPr>
        <p:txBody>
          <a:bodyPr wrap="square" lIns="0" tIns="0" rIns="0" bIns="0" rtlCol="0" anchor="ctr"/>
          <a:lstStyle>
            <a:lvl1pPr marL="0" indent="0" algn="l">
              <a:lnSpc>
                <a:spcPct val="80000"/>
              </a:lnSpc>
              <a:buNone/>
              <a:defRPr lang="en-US" sz="22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200" dirty="0">
                <a:solidFill>
                  <a:srgbClr val="060E1D"/>
                </a:solidFill>
                <a:latin typeface="Aptos SemiBold" pitchFamily="34" charset="0"/>
                <a:ea typeface="Aptos SemiBold" pitchFamily="34" charset="-122"/>
                <a:cs typeface="Aptos SemiBold" pitchFamily="34" charset="-120"/>
              </a:rPr>
              <a:t>Card heading</a:t>
            </a:r>
            <a:endParaRPr lang="en-US" sz="2200" dirty="0"/>
          </a:p>
        </p:txBody>
      </p:sp>
      <p:sp>
        <p:nvSpPr>
          <p:cNvPr id="17" name="Card body 3"/>
          <p:cNvSpPr>
            <a:spLocks noGrp="1"/>
          </p:cNvSpPr>
          <p:nvPr>
            <p:ph type="body" idx="115" hasCustomPrompt="1"/>
          </p:nvPr>
        </p:nvSpPr>
        <p:spPr>
          <a:xfrm>
            <a:off x="1000354" y="4846320"/>
            <a:ext cx="4592117" cy="86868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060E1D"/>
                </a:solidFill>
                <a:latin typeface="Aptos" pitchFamily="34" charset="0"/>
                <a:ea typeface="Aptos" pitchFamily="34" charset="-122"/>
                <a:cs typeface="Aptos" pitchFamily="34" charset="-120"/>
              </a:rPr>
              <a:t>Card text, 16pt</a:t>
            </a:r>
            <a:endParaRPr lang="en-US" sz="1600" dirty="0"/>
          </a:p>
        </p:txBody>
      </p:sp>
      <p:sp>
        <p:nvSpPr>
          <p:cNvPr id="18" name="Text 9"/>
          <p:cNvSpPr/>
          <p:nvPr/>
        </p:nvSpPr>
        <p:spPr>
          <a:xfrm>
            <a:off x="6233465" y="3840480"/>
            <a:ext cx="5323637" cy="1965960"/>
          </a:xfrm>
          <a:prstGeom prst="roundRect">
            <a:avLst>
              <a:gd name="adj" fmla="val 4651"/>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19" name="Text 10"/>
          <p:cNvSpPr/>
          <p:nvPr/>
        </p:nvSpPr>
        <p:spPr>
          <a:xfrm>
            <a:off x="6553505" y="4114800"/>
            <a:ext cx="566928" cy="566928"/>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20" name="Text 11"/>
          <p:cNvSpPr/>
          <p:nvPr/>
        </p:nvSpPr>
        <p:spPr>
          <a:xfrm>
            <a:off x="6661221" y="4222516"/>
            <a:ext cx="351495" cy="351495"/>
          </a:xfrm>
          <a:prstGeom prst="ellipse">
            <a:avLst/>
          </a:prstGeom>
          <a:solidFill>
            <a:srgbClr val="69DED7"/>
          </a:solidFill>
          <a:ln/>
        </p:spPr>
        <p:txBody>
          <a:bodyPr wrap="square" lIns="0" tIns="0" rIns="0" bIns="0" rtlCol="0" anchor="ctr"/>
          <a:lstStyle/>
          <a:p>
            <a:pPr marL="0" indent="0" algn="ctr">
              <a:lnSpc>
                <a:spcPct val="80000"/>
              </a:lnSpc>
              <a:buNone/>
            </a:pPr>
            <a:r>
              <a:rPr lang="en-US" sz="1400" dirty="0">
                <a:solidFill>
                  <a:srgbClr val="060E1D"/>
                </a:solidFill>
                <a:latin typeface="Aptos SemiBold" pitchFamily="34" charset="0"/>
                <a:ea typeface="Aptos SemiBold" pitchFamily="34" charset="-122"/>
                <a:cs typeface="Aptos SemiBold" pitchFamily="34" charset="-120"/>
              </a:rPr>
              <a:t>4</a:t>
            </a:r>
            <a:endParaRPr lang="en-US" sz="1400" dirty="0"/>
          </a:p>
        </p:txBody>
      </p:sp>
      <p:sp>
        <p:nvSpPr>
          <p:cNvPr id="21" name="Card heading 4"/>
          <p:cNvSpPr>
            <a:spLocks noGrp="1"/>
          </p:cNvSpPr>
          <p:nvPr>
            <p:ph type="body" idx="119" hasCustomPrompt="1"/>
          </p:nvPr>
        </p:nvSpPr>
        <p:spPr>
          <a:xfrm>
            <a:off x="7330745" y="4169664"/>
            <a:ext cx="3952037" cy="457200"/>
          </a:xfrm>
          <a:prstGeom prst="rect">
            <a:avLst/>
          </a:prstGeom>
          <a:noFill/>
          <a:ln/>
        </p:spPr>
        <p:txBody>
          <a:bodyPr wrap="square" lIns="0" tIns="0" rIns="0" bIns="0" rtlCol="0" anchor="ctr"/>
          <a:lstStyle>
            <a:lvl1pPr marL="0" indent="0" algn="l">
              <a:lnSpc>
                <a:spcPct val="80000"/>
              </a:lnSpc>
              <a:buNone/>
              <a:defRPr lang="en-US" sz="22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200" dirty="0">
                <a:solidFill>
                  <a:srgbClr val="060E1D"/>
                </a:solidFill>
                <a:latin typeface="Aptos SemiBold" pitchFamily="34" charset="0"/>
                <a:ea typeface="Aptos SemiBold" pitchFamily="34" charset="-122"/>
                <a:cs typeface="Aptos SemiBold" pitchFamily="34" charset="-120"/>
              </a:rPr>
              <a:t>Card heading</a:t>
            </a:r>
            <a:endParaRPr lang="en-US" sz="2200" dirty="0"/>
          </a:p>
        </p:txBody>
      </p:sp>
      <p:sp>
        <p:nvSpPr>
          <p:cNvPr id="22" name="Card body 4"/>
          <p:cNvSpPr>
            <a:spLocks noGrp="1"/>
          </p:cNvSpPr>
          <p:nvPr>
            <p:ph type="body" idx="120" hasCustomPrompt="1"/>
          </p:nvPr>
        </p:nvSpPr>
        <p:spPr>
          <a:xfrm>
            <a:off x="6599225" y="4846320"/>
            <a:ext cx="4592117" cy="86868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060E1D"/>
                </a:solidFill>
                <a:latin typeface="Aptos" pitchFamily="34" charset="0"/>
                <a:ea typeface="Aptos" pitchFamily="34" charset="-122"/>
                <a:cs typeface="Aptos" pitchFamily="34" charset="-120"/>
              </a:rPr>
              <a:t>Card text, 16pt</a:t>
            </a:r>
            <a:endParaRPr lang="en-US" sz="1600" dirty="0"/>
          </a:p>
        </p:txBody>
      </p:sp>
      <p:pic>
        <p:nvPicPr>
          <p:cNvPr id="23"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24" name="Text 12"/>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25" name="Source"/>
          <p:cNvSpPr>
            <a:spLocks noGrp="1"/>
          </p:cNvSpPr>
          <p:nvPr>
            <p:ph type="body" idx="123"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6"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our key numbers">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Text 0"/>
          <p:cNvSpPr/>
          <p:nvPr/>
        </p:nvSpPr>
        <p:spPr>
          <a:xfrm>
            <a:off x="634594" y="1691640"/>
            <a:ext cx="2593238" cy="4206240"/>
          </a:xfrm>
          <a:prstGeom prst="roundRect">
            <a:avLst>
              <a:gd name="adj" fmla="val 3526"/>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4" name="Stat 1"/>
          <p:cNvSpPr>
            <a:spLocks noGrp="1"/>
          </p:cNvSpPr>
          <p:nvPr>
            <p:ph type="body" idx="102" hasCustomPrompt="1"/>
          </p:nvPr>
        </p:nvSpPr>
        <p:spPr>
          <a:xfrm>
            <a:off x="908914" y="1965960"/>
            <a:ext cx="2044598" cy="822960"/>
          </a:xfrm>
          <a:prstGeom prst="rect">
            <a:avLst/>
          </a:prstGeom>
          <a:noFill/>
          <a:ln/>
        </p:spPr>
        <p:txBody>
          <a:bodyPr wrap="square" lIns="0" tIns="0" rIns="0" bIns="0" rtlCol="0" anchor="t"/>
          <a:lstStyle>
            <a:lvl1pPr marL="0" indent="0" algn="l">
              <a:lnSpc>
                <a:spcPct val="80000"/>
              </a:lnSpc>
              <a:buNone/>
              <a:defRPr lang="en-US" sz="5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5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5400" dirty="0"/>
          </a:p>
        </p:txBody>
      </p:sp>
      <p:sp>
        <p:nvSpPr>
          <p:cNvPr id="5" name="Stat label 1"/>
          <p:cNvSpPr>
            <a:spLocks noGrp="1"/>
          </p:cNvSpPr>
          <p:nvPr>
            <p:ph type="body" idx="103" hasCustomPrompt="1"/>
          </p:nvPr>
        </p:nvSpPr>
        <p:spPr>
          <a:xfrm>
            <a:off x="908914" y="2926080"/>
            <a:ext cx="2044598" cy="64008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600" dirty="0">
                <a:solidFill>
                  <a:srgbClr val="060E1D"/>
                </a:solidFill>
                <a:latin typeface="Aptos SemiBold" pitchFamily="34" charset="0"/>
                <a:ea typeface="Aptos SemiBold" pitchFamily="34" charset="-122"/>
                <a:cs typeface="Aptos SemiBold" pitchFamily="34" charset="-120"/>
              </a:rPr>
              <a:t>Stat label</a:t>
            </a:r>
            <a:endParaRPr lang="en-US" sz="1600" dirty="0"/>
          </a:p>
        </p:txBody>
      </p:sp>
      <p:sp>
        <p:nvSpPr>
          <p:cNvPr id="6" name="Stat text 1"/>
          <p:cNvSpPr>
            <a:spLocks noGrp="1"/>
          </p:cNvSpPr>
          <p:nvPr>
            <p:ph type="body" idx="104" hasCustomPrompt="1"/>
          </p:nvPr>
        </p:nvSpPr>
        <p:spPr>
          <a:xfrm>
            <a:off x="908914" y="3657600"/>
            <a:ext cx="2044598" cy="196596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Supporting text, 14pt</a:t>
            </a:r>
            <a:endParaRPr lang="en-US" sz="1400" dirty="0"/>
          </a:p>
        </p:txBody>
      </p:sp>
      <p:sp>
        <p:nvSpPr>
          <p:cNvPr id="7" name="Text 1"/>
          <p:cNvSpPr/>
          <p:nvPr/>
        </p:nvSpPr>
        <p:spPr>
          <a:xfrm>
            <a:off x="3410712" y="1691640"/>
            <a:ext cx="2593238" cy="4206240"/>
          </a:xfrm>
          <a:prstGeom prst="roundRect">
            <a:avLst>
              <a:gd name="adj" fmla="val 3526"/>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8" name="Stat 2"/>
          <p:cNvSpPr>
            <a:spLocks noGrp="1"/>
          </p:cNvSpPr>
          <p:nvPr>
            <p:ph type="body" idx="106" hasCustomPrompt="1"/>
          </p:nvPr>
        </p:nvSpPr>
        <p:spPr>
          <a:xfrm>
            <a:off x="3685032" y="1965960"/>
            <a:ext cx="2044598" cy="822960"/>
          </a:xfrm>
          <a:prstGeom prst="rect">
            <a:avLst/>
          </a:prstGeom>
          <a:noFill/>
          <a:ln/>
        </p:spPr>
        <p:txBody>
          <a:bodyPr wrap="square" lIns="0" tIns="0" rIns="0" bIns="0" rtlCol="0" anchor="t"/>
          <a:lstStyle>
            <a:lvl1pPr marL="0" indent="0" algn="l">
              <a:lnSpc>
                <a:spcPct val="80000"/>
              </a:lnSpc>
              <a:buNone/>
              <a:defRPr lang="en-US" sz="5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5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5400" dirty="0"/>
          </a:p>
        </p:txBody>
      </p:sp>
      <p:sp>
        <p:nvSpPr>
          <p:cNvPr id="9" name="Stat label 2"/>
          <p:cNvSpPr>
            <a:spLocks noGrp="1"/>
          </p:cNvSpPr>
          <p:nvPr>
            <p:ph type="body" idx="107" hasCustomPrompt="1"/>
          </p:nvPr>
        </p:nvSpPr>
        <p:spPr>
          <a:xfrm>
            <a:off x="3685032" y="2926080"/>
            <a:ext cx="2044598" cy="64008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600" dirty="0">
                <a:solidFill>
                  <a:srgbClr val="060E1D"/>
                </a:solidFill>
                <a:latin typeface="Aptos SemiBold" pitchFamily="34" charset="0"/>
                <a:ea typeface="Aptos SemiBold" pitchFamily="34" charset="-122"/>
                <a:cs typeface="Aptos SemiBold" pitchFamily="34" charset="-120"/>
              </a:rPr>
              <a:t>Stat label</a:t>
            </a:r>
            <a:endParaRPr lang="en-US" sz="1600" dirty="0"/>
          </a:p>
        </p:txBody>
      </p:sp>
      <p:sp>
        <p:nvSpPr>
          <p:cNvPr id="10" name="Stat text 2"/>
          <p:cNvSpPr>
            <a:spLocks noGrp="1"/>
          </p:cNvSpPr>
          <p:nvPr>
            <p:ph type="body" idx="108" hasCustomPrompt="1"/>
          </p:nvPr>
        </p:nvSpPr>
        <p:spPr>
          <a:xfrm>
            <a:off x="3685032" y="3657600"/>
            <a:ext cx="2044598" cy="196596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Supporting text, 14pt</a:t>
            </a:r>
            <a:endParaRPr lang="en-US" sz="1400" dirty="0"/>
          </a:p>
        </p:txBody>
      </p:sp>
      <p:sp>
        <p:nvSpPr>
          <p:cNvPr id="11" name="Text 2"/>
          <p:cNvSpPr/>
          <p:nvPr/>
        </p:nvSpPr>
        <p:spPr>
          <a:xfrm>
            <a:off x="6186830" y="1691640"/>
            <a:ext cx="2593238" cy="4206240"/>
          </a:xfrm>
          <a:prstGeom prst="roundRect">
            <a:avLst>
              <a:gd name="adj" fmla="val 3526"/>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12" name="Stat 3"/>
          <p:cNvSpPr>
            <a:spLocks noGrp="1"/>
          </p:cNvSpPr>
          <p:nvPr>
            <p:ph type="body" idx="110" hasCustomPrompt="1"/>
          </p:nvPr>
        </p:nvSpPr>
        <p:spPr>
          <a:xfrm>
            <a:off x="6461150" y="1965960"/>
            <a:ext cx="2044598" cy="822960"/>
          </a:xfrm>
          <a:prstGeom prst="rect">
            <a:avLst/>
          </a:prstGeom>
          <a:noFill/>
          <a:ln/>
        </p:spPr>
        <p:txBody>
          <a:bodyPr wrap="square" lIns="0" tIns="0" rIns="0" bIns="0" rtlCol="0" anchor="t"/>
          <a:lstStyle>
            <a:lvl1pPr marL="0" indent="0" algn="l">
              <a:lnSpc>
                <a:spcPct val="80000"/>
              </a:lnSpc>
              <a:buNone/>
              <a:defRPr lang="en-US" sz="5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5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5400" dirty="0"/>
          </a:p>
        </p:txBody>
      </p:sp>
      <p:sp>
        <p:nvSpPr>
          <p:cNvPr id="13" name="Stat label 3"/>
          <p:cNvSpPr>
            <a:spLocks noGrp="1"/>
          </p:cNvSpPr>
          <p:nvPr>
            <p:ph type="body" idx="111" hasCustomPrompt="1"/>
          </p:nvPr>
        </p:nvSpPr>
        <p:spPr>
          <a:xfrm>
            <a:off x="6461150" y="2926080"/>
            <a:ext cx="2044598" cy="64008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600" dirty="0">
                <a:solidFill>
                  <a:srgbClr val="060E1D"/>
                </a:solidFill>
                <a:latin typeface="Aptos SemiBold" pitchFamily="34" charset="0"/>
                <a:ea typeface="Aptos SemiBold" pitchFamily="34" charset="-122"/>
                <a:cs typeface="Aptos SemiBold" pitchFamily="34" charset="-120"/>
              </a:rPr>
              <a:t>Stat label</a:t>
            </a:r>
            <a:endParaRPr lang="en-US" sz="1600" dirty="0"/>
          </a:p>
        </p:txBody>
      </p:sp>
      <p:sp>
        <p:nvSpPr>
          <p:cNvPr id="14" name="Stat text 3"/>
          <p:cNvSpPr>
            <a:spLocks noGrp="1"/>
          </p:cNvSpPr>
          <p:nvPr>
            <p:ph type="body" idx="112" hasCustomPrompt="1"/>
          </p:nvPr>
        </p:nvSpPr>
        <p:spPr>
          <a:xfrm>
            <a:off x="6461150" y="3657600"/>
            <a:ext cx="2044598" cy="196596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Supporting text, 14pt</a:t>
            </a:r>
            <a:endParaRPr lang="en-US" sz="1400" dirty="0"/>
          </a:p>
        </p:txBody>
      </p:sp>
      <p:sp>
        <p:nvSpPr>
          <p:cNvPr id="15" name="Text 3"/>
          <p:cNvSpPr/>
          <p:nvPr/>
        </p:nvSpPr>
        <p:spPr>
          <a:xfrm>
            <a:off x="8963863" y="1691640"/>
            <a:ext cx="2593238" cy="4206240"/>
          </a:xfrm>
          <a:prstGeom prst="roundRect">
            <a:avLst>
              <a:gd name="adj" fmla="val 3526"/>
            </a:avLst>
          </a:prstGeom>
          <a:solidFill>
            <a:srgbClr val="060E1D"/>
          </a:solidFill>
          <a:ln/>
        </p:spPr>
        <p:txBody>
          <a:bodyPr wrap="square" lIns="0" tIns="0" rIns="0" bIns="0" rtlCol="0" anchor="ctr"/>
          <a:lstStyle/>
          <a:p>
            <a:pPr marL="0" indent="0" algn="ctr">
              <a:lnSpc>
                <a:spcPct val="80000"/>
              </a:lnSpc>
              <a:buNone/>
            </a:pPr>
            <a:endParaRPr lang="en-US" sz="1400" dirty="0"/>
          </a:p>
        </p:txBody>
      </p:sp>
      <p:sp>
        <p:nvSpPr>
          <p:cNvPr id="16" name="Stat 4"/>
          <p:cNvSpPr>
            <a:spLocks noGrp="1"/>
          </p:cNvSpPr>
          <p:nvPr>
            <p:ph type="body" idx="114" hasCustomPrompt="1"/>
          </p:nvPr>
        </p:nvSpPr>
        <p:spPr>
          <a:xfrm>
            <a:off x="9238183" y="1965960"/>
            <a:ext cx="2044598" cy="822960"/>
          </a:xfrm>
          <a:prstGeom prst="rect">
            <a:avLst/>
          </a:prstGeom>
          <a:noFill/>
          <a:ln/>
        </p:spPr>
        <p:txBody>
          <a:bodyPr wrap="square" lIns="0" tIns="0" rIns="0" bIns="0" rtlCol="0" anchor="t"/>
          <a:lstStyle>
            <a:lvl1pPr marL="0" indent="0" algn="l">
              <a:lnSpc>
                <a:spcPct val="80000"/>
              </a:lnSpc>
              <a:buNone/>
              <a:defRPr lang="en-US" sz="5400" dirty="0">
                <a:gradFill>
                  <a:gsLst>
                    <a:gs pos="0">
                      <a:srgbClr val="FFFFFF"/>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5400" dirty="0">
                <a:gradFill>
                  <a:gsLst>
                    <a:gs pos="0">
                      <a:srgbClr val="FFFFFF"/>
                    </a:gs>
                    <a:gs pos="100000">
                      <a:srgbClr val="69DED7"/>
                    </a:gs>
                  </a:gsLst>
                  <a:lin ang="0" scaled="1"/>
                </a:gradFill>
                <a:latin typeface="Aptos" pitchFamily="34" charset="0"/>
                <a:ea typeface="Aptos" pitchFamily="34" charset="-122"/>
                <a:cs typeface="Aptos" pitchFamily="34" charset="-120"/>
              </a:rPr>
              <a:t>00</a:t>
            </a:r>
            <a:endParaRPr lang="en-US" sz="5400" dirty="0"/>
          </a:p>
        </p:txBody>
      </p:sp>
      <p:sp>
        <p:nvSpPr>
          <p:cNvPr id="17" name="Stat label 4"/>
          <p:cNvSpPr>
            <a:spLocks noGrp="1"/>
          </p:cNvSpPr>
          <p:nvPr>
            <p:ph type="body" idx="115" hasCustomPrompt="1"/>
          </p:nvPr>
        </p:nvSpPr>
        <p:spPr>
          <a:xfrm>
            <a:off x="9238183" y="2926080"/>
            <a:ext cx="2044598" cy="640080"/>
          </a:xfrm>
          <a:prstGeom prst="rect">
            <a:avLst/>
          </a:prstGeom>
          <a:noFill/>
          <a:ln/>
        </p:spPr>
        <p:txBody>
          <a:bodyPr wrap="square" lIns="0" tIns="0" rIns="0" bIns="0" rtlCol="0" anchor="t"/>
          <a:lstStyle>
            <a:lvl1pPr marL="0" indent="0" algn="l">
              <a:lnSpc>
                <a:spcPct val="80000"/>
              </a:lnSpc>
              <a:buNone/>
              <a:defRPr lang="en-US" sz="1600" dirty="0">
                <a:solidFill>
                  <a:srgbClr val="FFFFFF"/>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600" dirty="0">
                <a:solidFill>
                  <a:srgbClr val="FFFFFF"/>
                </a:solidFill>
                <a:latin typeface="Aptos SemiBold" pitchFamily="34" charset="0"/>
                <a:ea typeface="Aptos SemiBold" pitchFamily="34" charset="-122"/>
                <a:cs typeface="Aptos SemiBold" pitchFamily="34" charset="-120"/>
              </a:rPr>
              <a:t>Stat label</a:t>
            </a:r>
            <a:endParaRPr lang="en-US" sz="1600" dirty="0"/>
          </a:p>
        </p:txBody>
      </p:sp>
      <p:sp>
        <p:nvSpPr>
          <p:cNvPr id="18" name="Stat text 4"/>
          <p:cNvSpPr>
            <a:spLocks noGrp="1"/>
          </p:cNvSpPr>
          <p:nvPr>
            <p:ph type="body" idx="116" hasCustomPrompt="1"/>
          </p:nvPr>
        </p:nvSpPr>
        <p:spPr>
          <a:xfrm>
            <a:off x="9238183" y="3657600"/>
            <a:ext cx="2044598" cy="1965960"/>
          </a:xfrm>
          <a:prstGeom prst="rect">
            <a:avLst/>
          </a:prstGeom>
          <a:noFill/>
          <a:ln/>
        </p:spPr>
        <p:txBody>
          <a:bodyPr wrap="square" lIns="0" tIns="0" rIns="0" bIns="0" rtlCol="0" anchor="t"/>
          <a:lstStyle>
            <a:lvl1pPr marL="0" indent="0" algn="l">
              <a:lnSpc>
                <a:spcPct val="80000"/>
              </a:lnSpc>
              <a:buNone/>
              <a:defRPr lang="en-US" sz="1400" dirty="0">
                <a:solidFill>
                  <a:srgbClr val="B7BFCA"/>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B7BFCA"/>
                </a:solidFill>
                <a:latin typeface="Aptos" pitchFamily="34" charset="0"/>
                <a:ea typeface="Aptos" pitchFamily="34" charset="-122"/>
                <a:cs typeface="Aptos" pitchFamily="34" charset="-120"/>
              </a:rPr>
              <a:t>Supporting text, 14pt</a:t>
            </a:r>
            <a:endParaRPr lang="en-US" sz="1400" dirty="0"/>
          </a:p>
        </p:txBody>
      </p:sp>
      <p:pic>
        <p:nvPicPr>
          <p:cNvPr id="19"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20" name="Text 4"/>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21" name="Source"/>
          <p:cNvSpPr>
            <a:spLocks noGrp="1"/>
          </p:cNvSpPr>
          <p:nvPr>
            <p:ph type="body" idx="119"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ig number comparison">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Text 0"/>
          <p:cNvSpPr/>
          <p:nvPr/>
        </p:nvSpPr>
        <p:spPr>
          <a:xfrm>
            <a:off x="634594" y="1691640"/>
            <a:ext cx="5323637" cy="4206240"/>
          </a:xfrm>
          <a:prstGeom prst="roundRect">
            <a:avLst>
              <a:gd name="adj" fmla="val 2174"/>
            </a:avLst>
          </a:prstGeom>
          <a:solidFill>
            <a:srgbClr val="060E1D"/>
          </a:solidFill>
          <a:ln/>
        </p:spPr>
        <p:txBody>
          <a:bodyPr wrap="square" lIns="0" tIns="0" rIns="0" bIns="0" rtlCol="0" anchor="ctr"/>
          <a:lstStyle/>
          <a:p>
            <a:pPr marL="0" indent="0" algn="ctr">
              <a:lnSpc>
                <a:spcPct val="80000"/>
              </a:lnSpc>
              <a:buNone/>
            </a:pPr>
            <a:endParaRPr lang="en-US" sz="1400" dirty="0"/>
          </a:p>
        </p:txBody>
      </p:sp>
      <p:sp>
        <p:nvSpPr>
          <p:cNvPr id="4" name="Compare label 1"/>
          <p:cNvSpPr>
            <a:spLocks noGrp="1"/>
          </p:cNvSpPr>
          <p:nvPr>
            <p:ph type="body" idx="102" hasCustomPrompt="1"/>
          </p:nvPr>
        </p:nvSpPr>
        <p:spPr>
          <a:xfrm>
            <a:off x="1018642" y="2103120"/>
            <a:ext cx="4555541" cy="365760"/>
          </a:xfrm>
          <a:prstGeom prst="rect">
            <a:avLst/>
          </a:prstGeom>
          <a:noFill/>
          <a:ln/>
        </p:spPr>
        <p:txBody>
          <a:bodyPr wrap="square" lIns="0" tIns="0" rIns="0" bIns="0" rtlCol="0" anchor="t"/>
          <a:lstStyle>
            <a:lvl1pPr marL="0" indent="0" algn="l">
              <a:lnSpc>
                <a:spcPct val="80000"/>
              </a:lnSpc>
              <a:buNone/>
              <a:defRPr lang="en-US" sz="2000" dirty="0">
                <a:solidFill>
                  <a:srgbClr val="69DED7"/>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69DED7"/>
                </a:solidFill>
                <a:latin typeface="Aptos SemiBold" pitchFamily="34" charset="0"/>
                <a:ea typeface="Aptos SemiBold" pitchFamily="34" charset="-122"/>
                <a:cs typeface="Aptos SemiBold" pitchFamily="34" charset="-120"/>
              </a:rPr>
              <a:t>Label</a:t>
            </a:r>
            <a:endParaRPr lang="en-US" sz="2000" dirty="0"/>
          </a:p>
        </p:txBody>
      </p:sp>
      <p:sp>
        <p:nvSpPr>
          <p:cNvPr id="5" name="Compare number 1"/>
          <p:cNvSpPr>
            <a:spLocks noGrp="1"/>
          </p:cNvSpPr>
          <p:nvPr>
            <p:ph type="body" idx="103" hasCustomPrompt="1"/>
          </p:nvPr>
        </p:nvSpPr>
        <p:spPr>
          <a:xfrm>
            <a:off x="1018642" y="2606040"/>
            <a:ext cx="4555541" cy="1600200"/>
          </a:xfrm>
          <a:prstGeom prst="rect">
            <a:avLst/>
          </a:prstGeom>
          <a:noFill/>
          <a:ln/>
        </p:spPr>
        <p:txBody>
          <a:bodyPr wrap="square" lIns="0" tIns="0" rIns="0" bIns="0" rtlCol="0" anchor="t"/>
          <a:lstStyle>
            <a:lvl1pPr marL="0" indent="0" algn="l">
              <a:lnSpc>
                <a:spcPct val="80000"/>
              </a:lnSpc>
              <a:buNone/>
              <a:defRPr lang="en-US" sz="6000" dirty="0">
                <a:gradFill>
                  <a:gsLst>
                    <a:gs pos="0">
                      <a:srgbClr val="FFFFFF"/>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6000" dirty="0">
                <a:gradFill>
                  <a:gsLst>
                    <a:gs pos="0">
                      <a:srgbClr val="FFFFFF"/>
                    </a:gs>
                    <a:gs pos="100000">
                      <a:srgbClr val="69DED7"/>
                    </a:gs>
                  </a:gsLst>
                  <a:lin ang="0" scaled="1"/>
                </a:gradFill>
                <a:latin typeface="Aptos" pitchFamily="34" charset="0"/>
                <a:ea typeface="Aptos" pitchFamily="34" charset="-122"/>
                <a:cs typeface="Aptos" pitchFamily="34" charset="-120"/>
              </a:rPr>
              <a:t>00</a:t>
            </a:r>
            <a:endParaRPr lang="en-US" sz="6000" dirty="0"/>
          </a:p>
        </p:txBody>
      </p:sp>
      <p:sp>
        <p:nvSpPr>
          <p:cNvPr id="6" name="Compare text 1"/>
          <p:cNvSpPr>
            <a:spLocks noGrp="1"/>
          </p:cNvSpPr>
          <p:nvPr>
            <p:ph type="body" idx="104" hasCustomPrompt="1"/>
          </p:nvPr>
        </p:nvSpPr>
        <p:spPr>
          <a:xfrm>
            <a:off x="1018642" y="4343400"/>
            <a:ext cx="4555541" cy="1280160"/>
          </a:xfrm>
          <a:prstGeom prst="rect">
            <a:avLst/>
          </a:prstGeom>
          <a:noFill/>
          <a:ln/>
        </p:spPr>
        <p:txBody>
          <a:bodyPr wrap="square" lIns="0" tIns="0" rIns="0" bIns="0" rtlCol="0" anchor="t"/>
          <a:lstStyle>
            <a:lvl1pPr marL="0" indent="0" algn="l">
              <a:lnSpc>
                <a:spcPct val="80000"/>
              </a:lnSpc>
              <a:buNone/>
              <a:defRPr lang="en-US" sz="1600" dirty="0">
                <a:solidFill>
                  <a:srgbClr val="B7BFCA"/>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B7BFCA"/>
                </a:solidFill>
                <a:latin typeface="Aptos" pitchFamily="34" charset="0"/>
                <a:ea typeface="Aptos" pitchFamily="34" charset="-122"/>
                <a:cs typeface="Aptos" pitchFamily="34" charset="-120"/>
              </a:rPr>
              <a:t>What the number means</a:t>
            </a:r>
            <a:endParaRPr lang="en-US" sz="1600" dirty="0"/>
          </a:p>
        </p:txBody>
      </p:sp>
      <p:sp>
        <p:nvSpPr>
          <p:cNvPr id="7" name="Text 1"/>
          <p:cNvSpPr/>
          <p:nvPr/>
        </p:nvSpPr>
        <p:spPr>
          <a:xfrm>
            <a:off x="6233465" y="1691640"/>
            <a:ext cx="5323637" cy="4206240"/>
          </a:xfrm>
          <a:prstGeom prst="roundRect">
            <a:avLst>
              <a:gd name="adj" fmla="val 2174"/>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8" name="Compare label 2"/>
          <p:cNvSpPr>
            <a:spLocks noGrp="1"/>
          </p:cNvSpPr>
          <p:nvPr>
            <p:ph type="body" idx="106" hasCustomPrompt="1"/>
          </p:nvPr>
        </p:nvSpPr>
        <p:spPr>
          <a:xfrm>
            <a:off x="6617513" y="2103120"/>
            <a:ext cx="4555541" cy="36576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Label</a:t>
            </a:r>
            <a:endParaRPr lang="en-US" sz="2000" dirty="0"/>
          </a:p>
        </p:txBody>
      </p:sp>
      <p:sp>
        <p:nvSpPr>
          <p:cNvPr id="9" name="Compare number 2"/>
          <p:cNvSpPr>
            <a:spLocks noGrp="1"/>
          </p:cNvSpPr>
          <p:nvPr>
            <p:ph type="body" idx="107" hasCustomPrompt="1"/>
          </p:nvPr>
        </p:nvSpPr>
        <p:spPr>
          <a:xfrm>
            <a:off x="6617513" y="2606040"/>
            <a:ext cx="4555541" cy="1600200"/>
          </a:xfrm>
          <a:prstGeom prst="rect">
            <a:avLst/>
          </a:prstGeom>
          <a:noFill/>
          <a:ln/>
        </p:spPr>
        <p:txBody>
          <a:bodyPr wrap="square" lIns="0" tIns="0" rIns="0" bIns="0" rtlCol="0" anchor="t"/>
          <a:lstStyle>
            <a:lvl1pPr marL="0" indent="0" algn="l">
              <a:lnSpc>
                <a:spcPct val="80000"/>
              </a:lnSpc>
              <a:buNone/>
              <a:defRPr lang="en-US" sz="60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60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6000" dirty="0"/>
          </a:p>
        </p:txBody>
      </p:sp>
      <p:sp>
        <p:nvSpPr>
          <p:cNvPr id="10" name="Compare text 2"/>
          <p:cNvSpPr>
            <a:spLocks noGrp="1"/>
          </p:cNvSpPr>
          <p:nvPr>
            <p:ph type="body" idx="108" hasCustomPrompt="1"/>
          </p:nvPr>
        </p:nvSpPr>
        <p:spPr>
          <a:xfrm>
            <a:off x="6617513" y="4343400"/>
            <a:ext cx="4555541" cy="1280160"/>
          </a:xfrm>
          <a:prstGeom prst="rect">
            <a:avLst/>
          </a:prstGeom>
          <a:noFill/>
          <a:ln/>
        </p:spPr>
        <p:txBody>
          <a:bodyPr wrap="square" lIns="0" tIns="0" rIns="0" bIns="0" rtlCol="0" anchor="t"/>
          <a:lstStyle>
            <a:lvl1pPr marL="0" indent="0" algn="l">
              <a:lnSpc>
                <a:spcPct val="80000"/>
              </a:lnSpc>
              <a:buNone/>
              <a:defRPr lang="en-US" sz="16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5B6472"/>
                </a:solidFill>
                <a:latin typeface="Aptos" pitchFamily="34" charset="0"/>
                <a:ea typeface="Aptos" pitchFamily="34" charset="-122"/>
                <a:cs typeface="Aptos" pitchFamily="34" charset="-120"/>
              </a:rPr>
              <a:t>What the number means</a:t>
            </a:r>
            <a:endParaRPr lang="en-US" sz="1600" dirty="0"/>
          </a:p>
        </p:txBody>
      </p:sp>
      <p:pic>
        <p:nvPicPr>
          <p:cNvPr id="11"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12" name="Text 2"/>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3" name="Source"/>
          <p:cNvSpPr>
            <a:spLocks noGrp="1"/>
          </p:cNvSpPr>
          <p:nvPr>
            <p:ph type="body" idx="111"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Key numbers · dark patter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6400800" cy="1051560"/>
          </a:xfrm>
          <a:prstGeom prst="rect">
            <a:avLst/>
          </a:prstGeom>
          <a:noFill/>
          <a:ln/>
        </p:spPr>
        <p:txBody>
          <a:bodyPr wrap="square" lIns="0" tIns="0" rIns="0" bIns="0" rtlCol="0" anchor="t"/>
          <a:lstStyle>
            <a:lvl1pPr marL="0" indent="0" algn="l">
              <a:lnSpc>
                <a:spcPct val="80000"/>
              </a:lnSpc>
              <a:buNone/>
              <a:defRPr lang="en-US" sz="4400" dirty="0">
                <a:solidFill>
                  <a:srgbClr val="FFFFFF"/>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FFFFFF"/>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Big stat 1"/>
          <p:cNvSpPr>
            <a:spLocks noGrp="1"/>
          </p:cNvSpPr>
          <p:nvPr>
            <p:ph type="body" idx="101" hasCustomPrompt="1"/>
          </p:nvPr>
        </p:nvSpPr>
        <p:spPr>
          <a:xfrm>
            <a:off x="634594" y="1874520"/>
            <a:ext cx="2240280" cy="1005840"/>
          </a:xfrm>
          <a:prstGeom prst="rect">
            <a:avLst/>
          </a:prstGeom>
          <a:noFill/>
          <a:ln/>
        </p:spPr>
        <p:txBody>
          <a:bodyPr wrap="square" lIns="0" tIns="0" rIns="0" bIns="0" rtlCol="0" anchor="t"/>
          <a:lstStyle>
            <a:lvl1pPr marL="0" indent="0" algn="l">
              <a:lnSpc>
                <a:spcPct val="80000"/>
              </a:lnSpc>
              <a:buNone/>
              <a:defRPr lang="en-US" sz="7200" dirty="0">
                <a:gradFill>
                  <a:gsLst>
                    <a:gs pos="0">
                      <a:srgbClr val="FFFFFF"/>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7200" dirty="0">
                <a:gradFill>
                  <a:gsLst>
                    <a:gs pos="0">
                      <a:srgbClr val="FFFFFF"/>
                    </a:gs>
                    <a:gs pos="100000">
                      <a:srgbClr val="69DED7"/>
                    </a:gs>
                  </a:gsLst>
                  <a:lin ang="0" scaled="1"/>
                </a:gradFill>
                <a:latin typeface="Aptos" pitchFamily="34" charset="0"/>
                <a:ea typeface="Aptos" pitchFamily="34" charset="-122"/>
                <a:cs typeface="Aptos" pitchFamily="34" charset="-120"/>
              </a:rPr>
              <a:t>00</a:t>
            </a:r>
            <a:endParaRPr lang="en-US" sz="7200" dirty="0"/>
          </a:p>
        </p:txBody>
      </p:sp>
      <p:sp>
        <p:nvSpPr>
          <p:cNvPr id="4" name="Shape 0"/>
          <p:cNvSpPr/>
          <p:nvPr/>
        </p:nvSpPr>
        <p:spPr>
          <a:xfrm>
            <a:off x="634594" y="3063240"/>
            <a:ext cx="2057400" cy="0"/>
          </a:xfrm>
          <a:prstGeom prst="line">
            <a:avLst/>
          </a:prstGeom>
          <a:noFill/>
          <a:ln w="9525">
            <a:solidFill>
              <a:srgbClr val="69DED7"/>
            </a:solidFill>
            <a:prstDash val="solid"/>
          </a:ln>
        </p:spPr>
        <p:txBody>
          <a:bodyPr/>
          <a:lstStyle/>
          <a:p>
            <a:endParaRPr lang="en-US"/>
          </a:p>
        </p:txBody>
      </p:sp>
      <p:sp>
        <p:nvSpPr>
          <p:cNvPr id="5" name="Big stat label 1"/>
          <p:cNvSpPr>
            <a:spLocks noGrp="1"/>
          </p:cNvSpPr>
          <p:nvPr>
            <p:ph type="body" idx="103" hasCustomPrompt="1"/>
          </p:nvPr>
        </p:nvSpPr>
        <p:spPr>
          <a:xfrm>
            <a:off x="634594" y="3246120"/>
            <a:ext cx="2057400" cy="411480"/>
          </a:xfrm>
          <a:prstGeom prst="rect">
            <a:avLst/>
          </a:prstGeom>
          <a:noFill/>
          <a:ln/>
        </p:spPr>
        <p:txBody>
          <a:bodyPr wrap="square" lIns="0" tIns="0" rIns="0" bIns="0" rtlCol="0" anchor="t"/>
          <a:lstStyle>
            <a:lvl1pPr marL="0" indent="0" algn="l">
              <a:lnSpc>
                <a:spcPct val="80000"/>
              </a:lnSpc>
              <a:buNone/>
              <a:defRPr lang="en-US" sz="1800" dirty="0">
                <a:solidFill>
                  <a:srgbClr val="FFFFFF"/>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FFFFFF"/>
                </a:solidFill>
                <a:latin typeface="Aptos SemiBold" pitchFamily="34" charset="0"/>
                <a:ea typeface="Aptos SemiBold" pitchFamily="34" charset="-122"/>
                <a:cs typeface="Aptos SemiBold" pitchFamily="34" charset="-120"/>
              </a:rPr>
              <a:t>Stat label</a:t>
            </a:r>
            <a:endParaRPr lang="en-US" sz="1800" dirty="0"/>
          </a:p>
        </p:txBody>
      </p:sp>
      <p:sp>
        <p:nvSpPr>
          <p:cNvPr id="6" name="Big stat text 1"/>
          <p:cNvSpPr>
            <a:spLocks noGrp="1"/>
          </p:cNvSpPr>
          <p:nvPr>
            <p:ph type="body" idx="104" hasCustomPrompt="1"/>
          </p:nvPr>
        </p:nvSpPr>
        <p:spPr>
          <a:xfrm>
            <a:off x="634594" y="3749040"/>
            <a:ext cx="2057400" cy="1463040"/>
          </a:xfrm>
          <a:prstGeom prst="rect">
            <a:avLst/>
          </a:prstGeom>
          <a:noFill/>
          <a:ln/>
        </p:spPr>
        <p:txBody>
          <a:bodyPr wrap="square" lIns="0" tIns="0" rIns="0" bIns="0" rtlCol="0" anchor="t"/>
          <a:lstStyle>
            <a:lvl1pPr marL="0" indent="0" algn="l">
              <a:lnSpc>
                <a:spcPct val="80000"/>
              </a:lnSpc>
              <a:buNone/>
              <a:defRPr lang="en-US" sz="1400" dirty="0">
                <a:solidFill>
                  <a:srgbClr val="B7BFCA"/>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B7BFCA"/>
                </a:solidFill>
                <a:latin typeface="Aptos" pitchFamily="34" charset="0"/>
                <a:ea typeface="Aptos" pitchFamily="34" charset="-122"/>
                <a:cs typeface="Aptos" pitchFamily="34" charset="-120"/>
              </a:rPr>
              <a:t>Supporting text, 14pt</a:t>
            </a:r>
            <a:endParaRPr lang="en-US" sz="1400" dirty="0"/>
          </a:p>
        </p:txBody>
      </p:sp>
      <p:sp>
        <p:nvSpPr>
          <p:cNvPr id="7" name="Big stat 2"/>
          <p:cNvSpPr>
            <a:spLocks noGrp="1"/>
          </p:cNvSpPr>
          <p:nvPr>
            <p:ph type="body" idx="105" hasCustomPrompt="1"/>
          </p:nvPr>
        </p:nvSpPr>
        <p:spPr>
          <a:xfrm>
            <a:off x="3103474" y="1874520"/>
            <a:ext cx="2240280" cy="1005840"/>
          </a:xfrm>
          <a:prstGeom prst="rect">
            <a:avLst/>
          </a:prstGeom>
          <a:noFill/>
          <a:ln/>
        </p:spPr>
        <p:txBody>
          <a:bodyPr wrap="square" lIns="0" tIns="0" rIns="0" bIns="0" rtlCol="0" anchor="t"/>
          <a:lstStyle>
            <a:lvl1pPr marL="0" indent="0" algn="l">
              <a:lnSpc>
                <a:spcPct val="80000"/>
              </a:lnSpc>
              <a:buNone/>
              <a:defRPr lang="en-US" sz="7200" dirty="0">
                <a:gradFill>
                  <a:gsLst>
                    <a:gs pos="0">
                      <a:srgbClr val="FFFFFF"/>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7200" dirty="0">
                <a:gradFill>
                  <a:gsLst>
                    <a:gs pos="0">
                      <a:srgbClr val="FFFFFF"/>
                    </a:gs>
                    <a:gs pos="100000">
                      <a:srgbClr val="69DED7"/>
                    </a:gs>
                  </a:gsLst>
                  <a:lin ang="0" scaled="1"/>
                </a:gradFill>
                <a:latin typeface="Aptos" pitchFamily="34" charset="0"/>
                <a:ea typeface="Aptos" pitchFamily="34" charset="-122"/>
                <a:cs typeface="Aptos" pitchFamily="34" charset="-120"/>
              </a:rPr>
              <a:t>00</a:t>
            </a:r>
            <a:endParaRPr lang="en-US" sz="7200" dirty="0"/>
          </a:p>
        </p:txBody>
      </p:sp>
      <p:sp>
        <p:nvSpPr>
          <p:cNvPr id="8" name="Shape 1"/>
          <p:cNvSpPr/>
          <p:nvPr/>
        </p:nvSpPr>
        <p:spPr>
          <a:xfrm>
            <a:off x="3103474" y="3063240"/>
            <a:ext cx="2057400" cy="0"/>
          </a:xfrm>
          <a:prstGeom prst="line">
            <a:avLst/>
          </a:prstGeom>
          <a:noFill/>
          <a:ln w="9525">
            <a:solidFill>
              <a:srgbClr val="69DED7"/>
            </a:solidFill>
            <a:prstDash val="solid"/>
          </a:ln>
        </p:spPr>
        <p:txBody>
          <a:bodyPr/>
          <a:lstStyle/>
          <a:p>
            <a:endParaRPr lang="en-US"/>
          </a:p>
        </p:txBody>
      </p:sp>
      <p:sp>
        <p:nvSpPr>
          <p:cNvPr id="9" name="Big stat label 2"/>
          <p:cNvSpPr>
            <a:spLocks noGrp="1"/>
          </p:cNvSpPr>
          <p:nvPr>
            <p:ph type="body" idx="107" hasCustomPrompt="1"/>
          </p:nvPr>
        </p:nvSpPr>
        <p:spPr>
          <a:xfrm>
            <a:off x="3103474" y="3246120"/>
            <a:ext cx="2057400" cy="411480"/>
          </a:xfrm>
          <a:prstGeom prst="rect">
            <a:avLst/>
          </a:prstGeom>
          <a:noFill/>
          <a:ln/>
        </p:spPr>
        <p:txBody>
          <a:bodyPr wrap="square" lIns="0" tIns="0" rIns="0" bIns="0" rtlCol="0" anchor="t"/>
          <a:lstStyle>
            <a:lvl1pPr marL="0" indent="0" algn="l">
              <a:lnSpc>
                <a:spcPct val="80000"/>
              </a:lnSpc>
              <a:buNone/>
              <a:defRPr lang="en-US" sz="1800" dirty="0">
                <a:solidFill>
                  <a:srgbClr val="FFFFFF"/>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FFFFFF"/>
                </a:solidFill>
                <a:latin typeface="Aptos SemiBold" pitchFamily="34" charset="0"/>
                <a:ea typeface="Aptos SemiBold" pitchFamily="34" charset="-122"/>
                <a:cs typeface="Aptos SemiBold" pitchFamily="34" charset="-120"/>
              </a:rPr>
              <a:t>Stat label</a:t>
            </a:r>
            <a:endParaRPr lang="en-US" sz="1800" dirty="0"/>
          </a:p>
        </p:txBody>
      </p:sp>
      <p:sp>
        <p:nvSpPr>
          <p:cNvPr id="10" name="Big stat text 2"/>
          <p:cNvSpPr>
            <a:spLocks noGrp="1"/>
          </p:cNvSpPr>
          <p:nvPr>
            <p:ph type="body" idx="108" hasCustomPrompt="1"/>
          </p:nvPr>
        </p:nvSpPr>
        <p:spPr>
          <a:xfrm>
            <a:off x="3103474" y="3749040"/>
            <a:ext cx="2057400" cy="1463040"/>
          </a:xfrm>
          <a:prstGeom prst="rect">
            <a:avLst/>
          </a:prstGeom>
          <a:noFill/>
          <a:ln/>
        </p:spPr>
        <p:txBody>
          <a:bodyPr wrap="square" lIns="0" tIns="0" rIns="0" bIns="0" rtlCol="0" anchor="t"/>
          <a:lstStyle>
            <a:lvl1pPr marL="0" indent="0" algn="l">
              <a:lnSpc>
                <a:spcPct val="80000"/>
              </a:lnSpc>
              <a:buNone/>
              <a:defRPr lang="en-US" sz="1400" dirty="0">
                <a:solidFill>
                  <a:srgbClr val="B7BFCA"/>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B7BFCA"/>
                </a:solidFill>
                <a:latin typeface="Aptos" pitchFamily="34" charset="0"/>
                <a:ea typeface="Aptos" pitchFamily="34" charset="-122"/>
                <a:cs typeface="Aptos" pitchFamily="34" charset="-120"/>
              </a:rPr>
              <a:t>Supporting text, 14pt</a:t>
            </a:r>
            <a:endParaRPr lang="en-US" sz="1400" dirty="0"/>
          </a:p>
        </p:txBody>
      </p:sp>
      <p:sp>
        <p:nvSpPr>
          <p:cNvPr id="11" name="Big stat 3"/>
          <p:cNvSpPr>
            <a:spLocks noGrp="1"/>
          </p:cNvSpPr>
          <p:nvPr>
            <p:ph type="body" idx="109" hasCustomPrompt="1"/>
          </p:nvPr>
        </p:nvSpPr>
        <p:spPr>
          <a:xfrm>
            <a:off x="5572354" y="1874520"/>
            <a:ext cx="2240280" cy="1005840"/>
          </a:xfrm>
          <a:prstGeom prst="rect">
            <a:avLst/>
          </a:prstGeom>
          <a:noFill/>
          <a:ln/>
        </p:spPr>
        <p:txBody>
          <a:bodyPr wrap="square" lIns="0" tIns="0" rIns="0" bIns="0" rtlCol="0" anchor="t"/>
          <a:lstStyle>
            <a:lvl1pPr marL="0" indent="0" algn="l">
              <a:lnSpc>
                <a:spcPct val="80000"/>
              </a:lnSpc>
              <a:buNone/>
              <a:defRPr lang="en-US" sz="7200" dirty="0">
                <a:gradFill>
                  <a:gsLst>
                    <a:gs pos="0">
                      <a:srgbClr val="FFFFFF"/>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7200" dirty="0">
                <a:gradFill>
                  <a:gsLst>
                    <a:gs pos="0">
                      <a:srgbClr val="FFFFFF"/>
                    </a:gs>
                    <a:gs pos="100000">
                      <a:srgbClr val="69DED7"/>
                    </a:gs>
                  </a:gsLst>
                  <a:lin ang="0" scaled="1"/>
                </a:gradFill>
                <a:latin typeface="Aptos" pitchFamily="34" charset="0"/>
                <a:ea typeface="Aptos" pitchFamily="34" charset="-122"/>
                <a:cs typeface="Aptos" pitchFamily="34" charset="-120"/>
              </a:rPr>
              <a:t>00</a:t>
            </a:r>
            <a:endParaRPr lang="en-US" sz="7200" dirty="0"/>
          </a:p>
        </p:txBody>
      </p:sp>
      <p:sp>
        <p:nvSpPr>
          <p:cNvPr id="12" name="Shape 2"/>
          <p:cNvSpPr/>
          <p:nvPr/>
        </p:nvSpPr>
        <p:spPr>
          <a:xfrm>
            <a:off x="5572354" y="3063240"/>
            <a:ext cx="2057400" cy="0"/>
          </a:xfrm>
          <a:prstGeom prst="line">
            <a:avLst/>
          </a:prstGeom>
          <a:noFill/>
          <a:ln w="9525">
            <a:solidFill>
              <a:srgbClr val="69DED7"/>
            </a:solidFill>
            <a:prstDash val="solid"/>
          </a:ln>
        </p:spPr>
        <p:txBody>
          <a:bodyPr/>
          <a:lstStyle/>
          <a:p>
            <a:endParaRPr lang="en-US"/>
          </a:p>
        </p:txBody>
      </p:sp>
      <p:sp>
        <p:nvSpPr>
          <p:cNvPr id="13" name="Big stat label 3"/>
          <p:cNvSpPr>
            <a:spLocks noGrp="1"/>
          </p:cNvSpPr>
          <p:nvPr>
            <p:ph type="body" idx="111" hasCustomPrompt="1"/>
          </p:nvPr>
        </p:nvSpPr>
        <p:spPr>
          <a:xfrm>
            <a:off x="5572354" y="3246120"/>
            <a:ext cx="2057400" cy="411480"/>
          </a:xfrm>
          <a:prstGeom prst="rect">
            <a:avLst/>
          </a:prstGeom>
          <a:noFill/>
          <a:ln/>
        </p:spPr>
        <p:txBody>
          <a:bodyPr wrap="square" lIns="0" tIns="0" rIns="0" bIns="0" rtlCol="0" anchor="t"/>
          <a:lstStyle>
            <a:lvl1pPr marL="0" indent="0" algn="l">
              <a:lnSpc>
                <a:spcPct val="80000"/>
              </a:lnSpc>
              <a:buNone/>
              <a:defRPr lang="en-US" sz="1800" dirty="0">
                <a:solidFill>
                  <a:srgbClr val="FFFFFF"/>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FFFFFF"/>
                </a:solidFill>
                <a:latin typeface="Aptos SemiBold" pitchFamily="34" charset="0"/>
                <a:ea typeface="Aptos SemiBold" pitchFamily="34" charset="-122"/>
                <a:cs typeface="Aptos SemiBold" pitchFamily="34" charset="-120"/>
              </a:rPr>
              <a:t>Stat label</a:t>
            </a:r>
            <a:endParaRPr lang="en-US" sz="1800" dirty="0"/>
          </a:p>
        </p:txBody>
      </p:sp>
      <p:sp>
        <p:nvSpPr>
          <p:cNvPr id="14" name="Big stat text 3"/>
          <p:cNvSpPr>
            <a:spLocks noGrp="1"/>
          </p:cNvSpPr>
          <p:nvPr>
            <p:ph type="body" idx="112" hasCustomPrompt="1"/>
          </p:nvPr>
        </p:nvSpPr>
        <p:spPr>
          <a:xfrm>
            <a:off x="5572354" y="3749040"/>
            <a:ext cx="2057400" cy="1463040"/>
          </a:xfrm>
          <a:prstGeom prst="rect">
            <a:avLst/>
          </a:prstGeom>
          <a:noFill/>
          <a:ln/>
        </p:spPr>
        <p:txBody>
          <a:bodyPr wrap="square" lIns="0" tIns="0" rIns="0" bIns="0" rtlCol="0" anchor="t"/>
          <a:lstStyle>
            <a:lvl1pPr marL="0" indent="0" algn="l">
              <a:lnSpc>
                <a:spcPct val="80000"/>
              </a:lnSpc>
              <a:buNone/>
              <a:defRPr lang="en-US" sz="1400" dirty="0">
                <a:solidFill>
                  <a:srgbClr val="B7BFCA"/>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B7BFCA"/>
                </a:solidFill>
                <a:latin typeface="Aptos" pitchFamily="34" charset="0"/>
                <a:ea typeface="Aptos" pitchFamily="34" charset="-122"/>
                <a:cs typeface="Aptos" pitchFamily="34" charset="-120"/>
              </a:rPr>
              <a:t>Supporting text, 14pt</a:t>
            </a:r>
            <a:endParaRPr lang="en-US" sz="1400" dirty="0"/>
          </a:p>
        </p:txBody>
      </p:sp>
      <p:pic>
        <p:nvPicPr>
          <p:cNvPr id="15" name="Image 0" descr="assets/logo_white.png"/>
          <p:cNvPicPr>
            <a:picLocks noChangeAspect="1"/>
          </p:cNvPicPr>
          <p:nvPr/>
        </p:nvPicPr>
        <p:blipFill>
          <a:blip r:embed="rId3"/>
          <a:stretch>
            <a:fillRect/>
          </a:stretch>
        </p:blipFill>
        <p:spPr>
          <a:xfrm>
            <a:off x="634594" y="6233465"/>
            <a:ext cx="636422" cy="225857"/>
          </a:xfrm>
          <a:prstGeom prst="rect">
            <a:avLst/>
          </a:prstGeom>
        </p:spPr>
      </p:pic>
      <p:sp>
        <p:nvSpPr>
          <p:cNvPr id="16" name="Text 3"/>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FFFFFF"/>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FFFFFF"/>
                </a:solidFill>
                <a:latin typeface="Aptos" pitchFamily="34" charset="0"/>
                <a:ea typeface="Aptos" pitchFamily="34" charset="-122"/>
                <a:cs typeface="Aptos" pitchFamily="34" charset="-120"/>
              </a:rPr>
              <a:t>Delivered.</a:t>
            </a:r>
            <a:endParaRPr lang="en-US" sz="800" dirty="0"/>
          </a:p>
        </p:txBody>
      </p:sp>
      <p:sp>
        <p:nvSpPr>
          <p:cNvPr id="17" name="Source"/>
          <p:cNvSpPr>
            <a:spLocks noGrp="1"/>
          </p:cNvSpPr>
          <p:nvPr>
            <p:ph type="body" idx="115" hasCustomPrompt="1"/>
          </p:nvPr>
        </p:nvSpPr>
        <p:spPr>
          <a:xfrm>
            <a:off x="3017520" y="6208776"/>
            <a:ext cx="3291840" cy="274320"/>
          </a:xfrm>
          <a:prstGeom prst="rect">
            <a:avLst/>
          </a:prstGeom>
          <a:noFill/>
          <a:ln/>
        </p:spPr>
        <p:txBody>
          <a:bodyPr wrap="square" lIns="0" tIns="0" rIns="0" bIns="0" rtlCol="0" anchor="ctr"/>
          <a:lstStyle>
            <a:lvl1pPr marL="0" indent="0" algn="r">
              <a:lnSpc>
                <a:spcPct val="80000"/>
              </a:lnSpc>
              <a:buNone/>
              <a:defRPr lang="en-US" sz="800" dirty="0">
                <a:solidFill>
                  <a:srgbClr val="B7BFCA"/>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B7BFCA"/>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640080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FFFFFF"/>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tats + tagged cards">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Text 0"/>
          <p:cNvSpPr/>
          <p:nvPr/>
        </p:nvSpPr>
        <p:spPr>
          <a:xfrm>
            <a:off x="634594" y="1691640"/>
            <a:ext cx="2593238" cy="1783080"/>
          </a:xfrm>
          <a:prstGeom prst="roundRect">
            <a:avLst>
              <a:gd name="adj" fmla="val 5128"/>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4" name="Stat label 1"/>
          <p:cNvSpPr>
            <a:spLocks noGrp="1"/>
          </p:cNvSpPr>
          <p:nvPr>
            <p:ph type="body" idx="102" hasCustomPrompt="1"/>
          </p:nvPr>
        </p:nvSpPr>
        <p:spPr>
          <a:xfrm>
            <a:off x="908914" y="1947672"/>
            <a:ext cx="2044598" cy="292608"/>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600" dirty="0">
                <a:solidFill>
                  <a:srgbClr val="060E1D"/>
                </a:solidFill>
                <a:latin typeface="Aptos SemiBold" pitchFamily="34" charset="0"/>
                <a:ea typeface="Aptos SemiBold" pitchFamily="34" charset="-122"/>
                <a:cs typeface="Aptos SemiBold" pitchFamily="34" charset="-120"/>
              </a:rPr>
              <a:t>Stat label</a:t>
            </a:r>
            <a:endParaRPr lang="en-US" sz="1600" dirty="0"/>
          </a:p>
        </p:txBody>
      </p:sp>
      <p:sp>
        <p:nvSpPr>
          <p:cNvPr id="5" name="Stat 1"/>
          <p:cNvSpPr>
            <a:spLocks noGrp="1"/>
          </p:cNvSpPr>
          <p:nvPr>
            <p:ph type="body" idx="103" hasCustomPrompt="1"/>
          </p:nvPr>
        </p:nvSpPr>
        <p:spPr>
          <a:xfrm>
            <a:off x="908914" y="2313432"/>
            <a:ext cx="2044598" cy="594360"/>
          </a:xfrm>
          <a:prstGeom prst="rect">
            <a:avLst/>
          </a:prstGeom>
          <a:noFill/>
          <a:ln/>
        </p:spPr>
        <p:txBody>
          <a:bodyPr wrap="square" lIns="0" tIns="0" rIns="0" bIns="0" rtlCol="0" anchor="t"/>
          <a:lstStyle>
            <a:lvl1pPr marL="0" indent="0" algn="l">
              <a:lnSpc>
                <a:spcPct val="80000"/>
              </a:lnSpc>
              <a:buNone/>
              <a:def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4400" dirty="0"/>
          </a:p>
        </p:txBody>
      </p:sp>
      <p:sp>
        <p:nvSpPr>
          <p:cNvPr id="6" name="Stat text 1"/>
          <p:cNvSpPr>
            <a:spLocks noGrp="1"/>
          </p:cNvSpPr>
          <p:nvPr>
            <p:ph type="body" idx="104" hasCustomPrompt="1"/>
          </p:nvPr>
        </p:nvSpPr>
        <p:spPr>
          <a:xfrm>
            <a:off x="908914" y="2953512"/>
            <a:ext cx="2044598" cy="41148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Supporting line</a:t>
            </a:r>
            <a:endParaRPr lang="en-US" sz="1400" dirty="0"/>
          </a:p>
        </p:txBody>
      </p:sp>
      <p:sp>
        <p:nvSpPr>
          <p:cNvPr id="7" name="Text 1"/>
          <p:cNvSpPr/>
          <p:nvPr/>
        </p:nvSpPr>
        <p:spPr>
          <a:xfrm>
            <a:off x="3410712" y="1691640"/>
            <a:ext cx="2593238" cy="1783080"/>
          </a:xfrm>
          <a:prstGeom prst="roundRect">
            <a:avLst>
              <a:gd name="adj" fmla="val 5128"/>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8" name="Stat label 2"/>
          <p:cNvSpPr>
            <a:spLocks noGrp="1"/>
          </p:cNvSpPr>
          <p:nvPr>
            <p:ph type="body" idx="106" hasCustomPrompt="1"/>
          </p:nvPr>
        </p:nvSpPr>
        <p:spPr>
          <a:xfrm>
            <a:off x="3685032" y="1947672"/>
            <a:ext cx="2044598" cy="292608"/>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600" dirty="0">
                <a:solidFill>
                  <a:srgbClr val="060E1D"/>
                </a:solidFill>
                <a:latin typeface="Aptos SemiBold" pitchFamily="34" charset="0"/>
                <a:ea typeface="Aptos SemiBold" pitchFamily="34" charset="-122"/>
                <a:cs typeface="Aptos SemiBold" pitchFamily="34" charset="-120"/>
              </a:rPr>
              <a:t>Stat label</a:t>
            </a:r>
            <a:endParaRPr lang="en-US" sz="1600" dirty="0"/>
          </a:p>
        </p:txBody>
      </p:sp>
      <p:sp>
        <p:nvSpPr>
          <p:cNvPr id="9" name="Stat 2"/>
          <p:cNvSpPr>
            <a:spLocks noGrp="1"/>
          </p:cNvSpPr>
          <p:nvPr>
            <p:ph type="body" idx="107" hasCustomPrompt="1"/>
          </p:nvPr>
        </p:nvSpPr>
        <p:spPr>
          <a:xfrm>
            <a:off x="3685032" y="2313432"/>
            <a:ext cx="2044598" cy="594360"/>
          </a:xfrm>
          <a:prstGeom prst="rect">
            <a:avLst/>
          </a:prstGeom>
          <a:noFill/>
          <a:ln/>
        </p:spPr>
        <p:txBody>
          <a:bodyPr wrap="square" lIns="0" tIns="0" rIns="0" bIns="0" rtlCol="0" anchor="t"/>
          <a:lstStyle>
            <a:lvl1pPr marL="0" indent="0" algn="l">
              <a:lnSpc>
                <a:spcPct val="80000"/>
              </a:lnSpc>
              <a:buNone/>
              <a:def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4400" dirty="0"/>
          </a:p>
        </p:txBody>
      </p:sp>
      <p:sp>
        <p:nvSpPr>
          <p:cNvPr id="10" name="Stat text 2"/>
          <p:cNvSpPr>
            <a:spLocks noGrp="1"/>
          </p:cNvSpPr>
          <p:nvPr>
            <p:ph type="body" idx="108" hasCustomPrompt="1"/>
          </p:nvPr>
        </p:nvSpPr>
        <p:spPr>
          <a:xfrm>
            <a:off x="3685032" y="2953512"/>
            <a:ext cx="2044598" cy="41148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Supporting line</a:t>
            </a:r>
            <a:endParaRPr lang="en-US" sz="1400" dirty="0"/>
          </a:p>
        </p:txBody>
      </p:sp>
      <p:sp>
        <p:nvSpPr>
          <p:cNvPr id="11" name="Text 2"/>
          <p:cNvSpPr/>
          <p:nvPr/>
        </p:nvSpPr>
        <p:spPr>
          <a:xfrm>
            <a:off x="6186830" y="1691640"/>
            <a:ext cx="2593238" cy="1783080"/>
          </a:xfrm>
          <a:prstGeom prst="roundRect">
            <a:avLst>
              <a:gd name="adj" fmla="val 5128"/>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12" name="Stat label 3"/>
          <p:cNvSpPr>
            <a:spLocks noGrp="1"/>
          </p:cNvSpPr>
          <p:nvPr>
            <p:ph type="body" idx="110" hasCustomPrompt="1"/>
          </p:nvPr>
        </p:nvSpPr>
        <p:spPr>
          <a:xfrm>
            <a:off x="6461150" y="1947672"/>
            <a:ext cx="2044598" cy="292608"/>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600" dirty="0">
                <a:solidFill>
                  <a:srgbClr val="060E1D"/>
                </a:solidFill>
                <a:latin typeface="Aptos SemiBold" pitchFamily="34" charset="0"/>
                <a:ea typeface="Aptos SemiBold" pitchFamily="34" charset="-122"/>
                <a:cs typeface="Aptos SemiBold" pitchFamily="34" charset="-120"/>
              </a:rPr>
              <a:t>Stat label</a:t>
            </a:r>
            <a:endParaRPr lang="en-US" sz="1600" dirty="0"/>
          </a:p>
        </p:txBody>
      </p:sp>
      <p:sp>
        <p:nvSpPr>
          <p:cNvPr id="13" name="Stat 3"/>
          <p:cNvSpPr>
            <a:spLocks noGrp="1"/>
          </p:cNvSpPr>
          <p:nvPr>
            <p:ph type="body" idx="111" hasCustomPrompt="1"/>
          </p:nvPr>
        </p:nvSpPr>
        <p:spPr>
          <a:xfrm>
            <a:off x="6461150" y="2313432"/>
            <a:ext cx="2044598" cy="594360"/>
          </a:xfrm>
          <a:prstGeom prst="rect">
            <a:avLst/>
          </a:prstGeom>
          <a:noFill/>
          <a:ln/>
        </p:spPr>
        <p:txBody>
          <a:bodyPr wrap="square" lIns="0" tIns="0" rIns="0" bIns="0" rtlCol="0" anchor="t"/>
          <a:lstStyle>
            <a:lvl1pPr marL="0" indent="0" algn="l">
              <a:lnSpc>
                <a:spcPct val="80000"/>
              </a:lnSpc>
              <a:buNone/>
              <a:def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44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4400" dirty="0"/>
          </a:p>
        </p:txBody>
      </p:sp>
      <p:sp>
        <p:nvSpPr>
          <p:cNvPr id="14" name="Stat text 3"/>
          <p:cNvSpPr>
            <a:spLocks noGrp="1"/>
          </p:cNvSpPr>
          <p:nvPr>
            <p:ph type="body" idx="112" hasCustomPrompt="1"/>
          </p:nvPr>
        </p:nvSpPr>
        <p:spPr>
          <a:xfrm>
            <a:off x="6461150" y="2953512"/>
            <a:ext cx="2044598" cy="41148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Supporting line</a:t>
            </a:r>
            <a:endParaRPr lang="en-US" sz="1400" dirty="0"/>
          </a:p>
        </p:txBody>
      </p:sp>
      <p:sp>
        <p:nvSpPr>
          <p:cNvPr id="15" name="Text 3"/>
          <p:cNvSpPr/>
          <p:nvPr/>
        </p:nvSpPr>
        <p:spPr>
          <a:xfrm>
            <a:off x="8963863" y="1691640"/>
            <a:ext cx="2593238" cy="1783080"/>
          </a:xfrm>
          <a:prstGeom prst="roundRect">
            <a:avLst>
              <a:gd name="adj" fmla="val 5128"/>
            </a:avLst>
          </a:prstGeom>
          <a:solidFill>
            <a:srgbClr val="060E1D"/>
          </a:solidFill>
          <a:ln/>
        </p:spPr>
        <p:txBody>
          <a:bodyPr wrap="square" lIns="0" tIns="0" rIns="0" bIns="0" rtlCol="0" anchor="ctr"/>
          <a:lstStyle/>
          <a:p>
            <a:pPr marL="0" indent="0" algn="ctr">
              <a:lnSpc>
                <a:spcPct val="80000"/>
              </a:lnSpc>
              <a:buNone/>
            </a:pPr>
            <a:endParaRPr lang="en-US" sz="1400" dirty="0"/>
          </a:p>
        </p:txBody>
      </p:sp>
      <p:sp>
        <p:nvSpPr>
          <p:cNvPr id="16" name="Stat label 4"/>
          <p:cNvSpPr>
            <a:spLocks noGrp="1"/>
          </p:cNvSpPr>
          <p:nvPr>
            <p:ph type="body" idx="114" hasCustomPrompt="1"/>
          </p:nvPr>
        </p:nvSpPr>
        <p:spPr>
          <a:xfrm>
            <a:off x="9238183" y="1947672"/>
            <a:ext cx="2044598" cy="292608"/>
          </a:xfrm>
          <a:prstGeom prst="rect">
            <a:avLst/>
          </a:prstGeom>
          <a:noFill/>
          <a:ln/>
        </p:spPr>
        <p:txBody>
          <a:bodyPr wrap="square" lIns="0" tIns="0" rIns="0" bIns="0" rtlCol="0" anchor="t"/>
          <a:lstStyle>
            <a:lvl1pPr marL="0" indent="0" algn="l">
              <a:lnSpc>
                <a:spcPct val="80000"/>
              </a:lnSpc>
              <a:buNone/>
              <a:defRPr lang="en-US" sz="1600" dirty="0">
                <a:solidFill>
                  <a:srgbClr val="FFFFFF"/>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600" dirty="0">
                <a:solidFill>
                  <a:srgbClr val="FFFFFF"/>
                </a:solidFill>
                <a:latin typeface="Aptos SemiBold" pitchFamily="34" charset="0"/>
                <a:ea typeface="Aptos SemiBold" pitchFamily="34" charset="-122"/>
                <a:cs typeface="Aptos SemiBold" pitchFamily="34" charset="-120"/>
              </a:rPr>
              <a:t>Stat label</a:t>
            </a:r>
            <a:endParaRPr lang="en-US" sz="1600" dirty="0"/>
          </a:p>
        </p:txBody>
      </p:sp>
      <p:sp>
        <p:nvSpPr>
          <p:cNvPr id="17" name="Stat 4"/>
          <p:cNvSpPr>
            <a:spLocks noGrp="1"/>
          </p:cNvSpPr>
          <p:nvPr>
            <p:ph type="body" idx="115" hasCustomPrompt="1"/>
          </p:nvPr>
        </p:nvSpPr>
        <p:spPr>
          <a:xfrm>
            <a:off x="9238183" y="2313432"/>
            <a:ext cx="2044598" cy="594360"/>
          </a:xfrm>
          <a:prstGeom prst="rect">
            <a:avLst/>
          </a:prstGeom>
          <a:noFill/>
          <a:ln/>
        </p:spPr>
        <p:txBody>
          <a:bodyPr wrap="square" lIns="0" tIns="0" rIns="0" bIns="0" rtlCol="0" anchor="t"/>
          <a:lstStyle>
            <a:lvl1pPr marL="0" indent="0" algn="l">
              <a:lnSpc>
                <a:spcPct val="80000"/>
              </a:lnSpc>
              <a:buNone/>
              <a:defRPr lang="en-US" sz="4400" dirty="0">
                <a:gradFill>
                  <a:gsLst>
                    <a:gs pos="0">
                      <a:srgbClr val="FFFFFF"/>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4400" dirty="0">
                <a:gradFill>
                  <a:gsLst>
                    <a:gs pos="0">
                      <a:srgbClr val="FFFFFF"/>
                    </a:gs>
                    <a:gs pos="100000">
                      <a:srgbClr val="69DED7"/>
                    </a:gs>
                  </a:gsLst>
                  <a:lin ang="0" scaled="1"/>
                </a:gradFill>
                <a:latin typeface="Aptos" pitchFamily="34" charset="0"/>
                <a:ea typeface="Aptos" pitchFamily="34" charset="-122"/>
                <a:cs typeface="Aptos" pitchFamily="34" charset="-120"/>
              </a:rPr>
              <a:t>00</a:t>
            </a:r>
            <a:endParaRPr lang="en-US" sz="4400" dirty="0"/>
          </a:p>
        </p:txBody>
      </p:sp>
      <p:sp>
        <p:nvSpPr>
          <p:cNvPr id="18" name="Stat text 4"/>
          <p:cNvSpPr>
            <a:spLocks noGrp="1"/>
          </p:cNvSpPr>
          <p:nvPr>
            <p:ph type="body" idx="116" hasCustomPrompt="1"/>
          </p:nvPr>
        </p:nvSpPr>
        <p:spPr>
          <a:xfrm>
            <a:off x="9238183" y="2953512"/>
            <a:ext cx="2044598" cy="411480"/>
          </a:xfrm>
          <a:prstGeom prst="rect">
            <a:avLst/>
          </a:prstGeom>
          <a:noFill/>
          <a:ln/>
        </p:spPr>
        <p:txBody>
          <a:bodyPr wrap="square" lIns="0" tIns="0" rIns="0" bIns="0" rtlCol="0" anchor="t"/>
          <a:lstStyle>
            <a:lvl1pPr marL="0" indent="0" algn="l">
              <a:lnSpc>
                <a:spcPct val="80000"/>
              </a:lnSpc>
              <a:buNone/>
              <a:defRPr lang="en-US" sz="1400" dirty="0">
                <a:solidFill>
                  <a:srgbClr val="B7BFCA"/>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B7BFCA"/>
                </a:solidFill>
                <a:latin typeface="Aptos" pitchFamily="34" charset="0"/>
                <a:ea typeface="Aptos" pitchFamily="34" charset="-122"/>
                <a:cs typeface="Aptos" pitchFamily="34" charset="-120"/>
              </a:rPr>
              <a:t>Supporting line</a:t>
            </a:r>
            <a:endParaRPr lang="en-US" sz="1400" dirty="0"/>
          </a:p>
        </p:txBody>
      </p:sp>
      <p:sp>
        <p:nvSpPr>
          <p:cNvPr id="19" name="Text 4"/>
          <p:cNvSpPr/>
          <p:nvPr/>
        </p:nvSpPr>
        <p:spPr>
          <a:xfrm>
            <a:off x="634594" y="3703320"/>
            <a:ext cx="3458261" cy="2194560"/>
          </a:xfrm>
          <a:prstGeom prst="roundRect">
            <a:avLst>
              <a:gd name="adj" fmla="val 4167"/>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20" name="Pill tag 1"/>
          <p:cNvSpPr>
            <a:spLocks noGrp="1"/>
          </p:cNvSpPr>
          <p:nvPr>
            <p:ph type="body" idx="118" hasCustomPrompt="1"/>
          </p:nvPr>
        </p:nvSpPr>
        <p:spPr>
          <a:xfrm>
            <a:off x="954634" y="4023360"/>
            <a:ext cx="1554480" cy="365760"/>
          </a:xfrm>
          <a:prstGeom prst="roundRect">
            <a:avLst>
              <a:gd name="adj" fmla="val 50000"/>
            </a:avLst>
          </a:prstGeom>
          <a:solidFill>
            <a:srgbClr val="69DED7"/>
          </a:solidFill>
          <a:ln>
            <a:noFill/>
          </a:ln>
        </p:spPr>
        <p:txBody>
          <a:bodyPr wrap="square" lIns="0" tIns="0" rIns="0" bIns="0" rtlCol="0" anchor="ctr"/>
          <a:lstStyle>
            <a:lvl1pPr marL="0" indent="0" algn="ctr">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ctr">
              <a:lnSpc>
                <a:spcPct val="100000"/>
              </a:lnSpc>
              <a:buNone/>
            </a:pPr>
            <a:r>
              <a:rPr lang="en-US" sz="1400" dirty="0">
                <a:solidFill>
                  <a:srgbClr val="060E1D"/>
                </a:solidFill>
                <a:latin typeface="Aptos" pitchFamily="34" charset="0"/>
                <a:ea typeface="Aptos" pitchFamily="34" charset="-122"/>
                <a:cs typeface="Aptos" pitchFamily="34" charset="-120"/>
              </a:rPr>
              <a:t>Tag</a:t>
            </a:r>
            <a:endParaRPr lang="en-US" sz="1400" dirty="0"/>
          </a:p>
        </p:txBody>
      </p:sp>
      <p:sp>
        <p:nvSpPr>
          <p:cNvPr id="21" name="Card heading 1"/>
          <p:cNvSpPr>
            <a:spLocks noGrp="1"/>
          </p:cNvSpPr>
          <p:nvPr>
            <p:ph type="body" idx="119" hasCustomPrompt="1"/>
          </p:nvPr>
        </p:nvSpPr>
        <p:spPr>
          <a:xfrm>
            <a:off x="954634" y="4572000"/>
            <a:ext cx="2818181" cy="36576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Card heading</a:t>
            </a:r>
            <a:endParaRPr lang="en-US" sz="2000" dirty="0"/>
          </a:p>
        </p:txBody>
      </p:sp>
      <p:sp>
        <p:nvSpPr>
          <p:cNvPr id="22" name="Card body 1"/>
          <p:cNvSpPr>
            <a:spLocks noGrp="1"/>
          </p:cNvSpPr>
          <p:nvPr>
            <p:ph type="body" idx="120" hasCustomPrompt="1"/>
          </p:nvPr>
        </p:nvSpPr>
        <p:spPr>
          <a:xfrm>
            <a:off x="954634" y="5029200"/>
            <a:ext cx="2818181" cy="777240"/>
          </a:xfrm>
          <a:prstGeom prst="rect">
            <a:avLst/>
          </a:prstGeom>
          <a:noFill/>
          <a:ln/>
        </p:spPr>
        <p:txBody>
          <a:bodyPr wrap="square" lIns="0" tIns="0" rIns="0" bIns="0" rtlCol="0" anchor="t"/>
          <a:lstStyle>
            <a:lvl1pPr marL="0" indent="0" algn="l">
              <a:lnSpc>
                <a:spcPct val="80000"/>
              </a:lnSpc>
              <a:buNone/>
              <a:defRPr lang="en-US" sz="14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060E1D"/>
                </a:solidFill>
                <a:latin typeface="Aptos" pitchFamily="34" charset="0"/>
                <a:ea typeface="Aptos" pitchFamily="34" charset="-122"/>
                <a:cs typeface="Aptos" pitchFamily="34" charset="-120"/>
              </a:rPr>
              <a:t>Card text, 14pt</a:t>
            </a:r>
            <a:endParaRPr lang="en-US" sz="1400" dirty="0"/>
          </a:p>
        </p:txBody>
      </p:sp>
      <p:sp>
        <p:nvSpPr>
          <p:cNvPr id="23" name="Text 5"/>
          <p:cNvSpPr/>
          <p:nvPr/>
        </p:nvSpPr>
        <p:spPr>
          <a:xfrm>
            <a:off x="4367174" y="3703320"/>
            <a:ext cx="3458261" cy="2194560"/>
          </a:xfrm>
          <a:prstGeom prst="roundRect">
            <a:avLst>
              <a:gd name="adj" fmla="val 4167"/>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24" name="Pill tag 2"/>
          <p:cNvSpPr>
            <a:spLocks noGrp="1"/>
          </p:cNvSpPr>
          <p:nvPr>
            <p:ph type="body" idx="122" hasCustomPrompt="1"/>
          </p:nvPr>
        </p:nvSpPr>
        <p:spPr>
          <a:xfrm>
            <a:off x="4687214" y="4023360"/>
            <a:ext cx="1554480" cy="365760"/>
          </a:xfrm>
          <a:prstGeom prst="roundRect">
            <a:avLst>
              <a:gd name="adj" fmla="val 50000"/>
            </a:avLst>
          </a:prstGeom>
          <a:solidFill>
            <a:srgbClr val="69DED7"/>
          </a:solidFill>
          <a:ln>
            <a:noFill/>
          </a:ln>
        </p:spPr>
        <p:txBody>
          <a:bodyPr wrap="square" lIns="0" tIns="0" rIns="0" bIns="0" rtlCol="0" anchor="ctr"/>
          <a:lstStyle>
            <a:lvl1pPr marL="0" indent="0" algn="ctr">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ctr">
              <a:lnSpc>
                <a:spcPct val="100000"/>
              </a:lnSpc>
              <a:buNone/>
            </a:pPr>
            <a:r>
              <a:rPr lang="en-US" sz="1400" dirty="0">
                <a:solidFill>
                  <a:srgbClr val="060E1D"/>
                </a:solidFill>
                <a:latin typeface="Aptos" pitchFamily="34" charset="0"/>
                <a:ea typeface="Aptos" pitchFamily="34" charset="-122"/>
                <a:cs typeface="Aptos" pitchFamily="34" charset="-120"/>
              </a:rPr>
              <a:t>Tag</a:t>
            </a:r>
            <a:endParaRPr lang="en-US" sz="1400" dirty="0"/>
          </a:p>
        </p:txBody>
      </p:sp>
      <p:sp>
        <p:nvSpPr>
          <p:cNvPr id="25" name="Card heading 2"/>
          <p:cNvSpPr>
            <a:spLocks noGrp="1"/>
          </p:cNvSpPr>
          <p:nvPr>
            <p:ph type="body" idx="123" hasCustomPrompt="1"/>
          </p:nvPr>
        </p:nvSpPr>
        <p:spPr>
          <a:xfrm>
            <a:off x="4687214" y="4572000"/>
            <a:ext cx="2818181" cy="36576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Card heading</a:t>
            </a:r>
            <a:endParaRPr lang="en-US" sz="2000" dirty="0"/>
          </a:p>
        </p:txBody>
      </p:sp>
      <p:sp>
        <p:nvSpPr>
          <p:cNvPr id="26" name="Card body 2"/>
          <p:cNvSpPr>
            <a:spLocks noGrp="1"/>
          </p:cNvSpPr>
          <p:nvPr>
            <p:ph type="body" idx="124" hasCustomPrompt="1"/>
          </p:nvPr>
        </p:nvSpPr>
        <p:spPr>
          <a:xfrm>
            <a:off x="4687214" y="5029200"/>
            <a:ext cx="2818181" cy="777240"/>
          </a:xfrm>
          <a:prstGeom prst="rect">
            <a:avLst/>
          </a:prstGeom>
          <a:noFill/>
          <a:ln/>
        </p:spPr>
        <p:txBody>
          <a:bodyPr wrap="square" lIns="0" tIns="0" rIns="0" bIns="0" rtlCol="0" anchor="t"/>
          <a:lstStyle>
            <a:lvl1pPr marL="0" indent="0" algn="l">
              <a:lnSpc>
                <a:spcPct val="80000"/>
              </a:lnSpc>
              <a:buNone/>
              <a:defRPr lang="en-US" sz="14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060E1D"/>
                </a:solidFill>
                <a:latin typeface="Aptos" pitchFamily="34" charset="0"/>
                <a:ea typeface="Aptos" pitchFamily="34" charset="-122"/>
                <a:cs typeface="Aptos" pitchFamily="34" charset="-120"/>
              </a:rPr>
              <a:t>Card text, 14pt</a:t>
            </a:r>
            <a:endParaRPr lang="en-US" sz="1400" dirty="0"/>
          </a:p>
        </p:txBody>
      </p:sp>
      <p:sp>
        <p:nvSpPr>
          <p:cNvPr id="27" name="Text 6"/>
          <p:cNvSpPr/>
          <p:nvPr/>
        </p:nvSpPr>
        <p:spPr>
          <a:xfrm>
            <a:off x="8098841" y="3703320"/>
            <a:ext cx="3458261" cy="2194560"/>
          </a:xfrm>
          <a:prstGeom prst="roundRect">
            <a:avLst>
              <a:gd name="adj" fmla="val 4167"/>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28" name="Pill tag 3"/>
          <p:cNvSpPr>
            <a:spLocks noGrp="1"/>
          </p:cNvSpPr>
          <p:nvPr>
            <p:ph type="body" idx="126" hasCustomPrompt="1"/>
          </p:nvPr>
        </p:nvSpPr>
        <p:spPr>
          <a:xfrm>
            <a:off x="8418881" y="4023360"/>
            <a:ext cx="1554480" cy="365760"/>
          </a:xfrm>
          <a:prstGeom prst="roundRect">
            <a:avLst>
              <a:gd name="adj" fmla="val 50000"/>
            </a:avLst>
          </a:prstGeom>
          <a:solidFill>
            <a:srgbClr val="69DED7"/>
          </a:solidFill>
          <a:ln>
            <a:noFill/>
          </a:ln>
        </p:spPr>
        <p:txBody>
          <a:bodyPr wrap="square" lIns="0" tIns="0" rIns="0" bIns="0" rtlCol="0" anchor="ctr"/>
          <a:lstStyle>
            <a:lvl1pPr marL="0" indent="0" algn="ctr">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ctr">
              <a:lnSpc>
                <a:spcPct val="100000"/>
              </a:lnSpc>
              <a:buNone/>
            </a:pPr>
            <a:r>
              <a:rPr lang="en-US" sz="1400" dirty="0">
                <a:solidFill>
                  <a:srgbClr val="060E1D"/>
                </a:solidFill>
                <a:latin typeface="Aptos" pitchFamily="34" charset="0"/>
                <a:ea typeface="Aptos" pitchFamily="34" charset="-122"/>
                <a:cs typeface="Aptos" pitchFamily="34" charset="-120"/>
              </a:rPr>
              <a:t>Tag</a:t>
            </a:r>
            <a:endParaRPr lang="en-US" sz="1400" dirty="0"/>
          </a:p>
        </p:txBody>
      </p:sp>
      <p:sp>
        <p:nvSpPr>
          <p:cNvPr id="29" name="Card heading 3"/>
          <p:cNvSpPr>
            <a:spLocks noGrp="1"/>
          </p:cNvSpPr>
          <p:nvPr>
            <p:ph type="body" idx="127" hasCustomPrompt="1"/>
          </p:nvPr>
        </p:nvSpPr>
        <p:spPr>
          <a:xfrm>
            <a:off x="8418881" y="4572000"/>
            <a:ext cx="2818181" cy="36576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Card heading</a:t>
            </a:r>
            <a:endParaRPr lang="en-US" sz="2000" dirty="0"/>
          </a:p>
        </p:txBody>
      </p:sp>
      <p:sp>
        <p:nvSpPr>
          <p:cNvPr id="30" name="Card body 3"/>
          <p:cNvSpPr>
            <a:spLocks noGrp="1"/>
          </p:cNvSpPr>
          <p:nvPr>
            <p:ph type="body" idx="128" hasCustomPrompt="1"/>
          </p:nvPr>
        </p:nvSpPr>
        <p:spPr>
          <a:xfrm>
            <a:off x="8418881" y="5029200"/>
            <a:ext cx="2818181" cy="777240"/>
          </a:xfrm>
          <a:prstGeom prst="rect">
            <a:avLst/>
          </a:prstGeom>
          <a:noFill/>
          <a:ln/>
        </p:spPr>
        <p:txBody>
          <a:bodyPr wrap="square" lIns="0" tIns="0" rIns="0" bIns="0" rtlCol="0" anchor="t"/>
          <a:lstStyle>
            <a:lvl1pPr marL="0" indent="0" algn="l">
              <a:lnSpc>
                <a:spcPct val="80000"/>
              </a:lnSpc>
              <a:buNone/>
              <a:defRPr lang="en-US" sz="14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060E1D"/>
                </a:solidFill>
                <a:latin typeface="Aptos" pitchFamily="34" charset="0"/>
                <a:ea typeface="Aptos" pitchFamily="34" charset="-122"/>
                <a:cs typeface="Aptos" pitchFamily="34" charset="-120"/>
              </a:rPr>
              <a:t>Card text, 14pt</a:t>
            </a:r>
            <a:endParaRPr lang="en-US" sz="1400" dirty="0"/>
          </a:p>
        </p:txBody>
      </p:sp>
      <p:pic>
        <p:nvPicPr>
          <p:cNvPr id="31"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32" name="Text 7"/>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33" name="Source"/>
          <p:cNvSpPr>
            <a:spLocks noGrp="1"/>
          </p:cNvSpPr>
          <p:nvPr>
            <p:ph type="body" idx="131"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34"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hree tagged cards">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Text 0"/>
          <p:cNvSpPr/>
          <p:nvPr/>
        </p:nvSpPr>
        <p:spPr>
          <a:xfrm>
            <a:off x="634594" y="1691640"/>
            <a:ext cx="3458261" cy="4206240"/>
          </a:xfrm>
          <a:prstGeom prst="roundRect">
            <a:avLst>
              <a:gd name="adj" fmla="val 2644"/>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4" name="Pill tag 1"/>
          <p:cNvSpPr>
            <a:spLocks noGrp="1"/>
          </p:cNvSpPr>
          <p:nvPr>
            <p:ph type="body" idx="102" hasCustomPrompt="1"/>
          </p:nvPr>
        </p:nvSpPr>
        <p:spPr>
          <a:xfrm>
            <a:off x="954634" y="2011680"/>
            <a:ext cx="1554480" cy="365760"/>
          </a:xfrm>
          <a:prstGeom prst="roundRect">
            <a:avLst>
              <a:gd name="adj" fmla="val 50000"/>
            </a:avLst>
          </a:prstGeom>
          <a:solidFill>
            <a:srgbClr val="69DED7"/>
          </a:solidFill>
          <a:ln>
            <a:noFill/>
          </a:ln>
        </p:spPr>
        <p:txBody>
          <a:bodyPr wrap="square" lIns="0" tIns="0" rIns="0" bIns="0" rtlCol="0" anchor="ctr"/>
          <a:lstStyle>
            <a:lvl1pPr marL="0" indent="0" algn="ctr">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ctr">
              <a:lnSpc>
                <a:spcPct val="100000"/>
              </a:lnSpc>
              <a:buNone/>
            </a:pPr>
            <a:r>
              <a:rPr lang="en-US" sz="1400" dirty="0">
                <a:solidFill>
                  <a:srgbClr val="060E1D"/>
                </a:solidFill>
                <a:latin typeface="Aptos" pitchFamily="34" charset="0"/>
                <a:ea typeface="Aptos" pitchFamily="34" charset="-122"/>
                <a:cs typeface="Aptos" pitchFamily="34" charset="-120"/>
              </a:rPr>
              <a:t>Tag</a:t>
            </a:r>
            <a:endParaRPr lang="en-US" sz="1400" dirty="0"/>
          </a:p>
        </p:txBody>
      </p:sp>
      <p:sp>
        <p:nvSpPr>
          <p:cNvPr id="5" name="Card heading 1"/>
          <p:cNvSpPr>
            <a:spLocks noGrp="1"/>
          </p:cNvSpPr>
          <p:nvPr>
            <p:ph type="body" idx="103" hasCustomPrompt="1"/>
          </p:nvPr>
        </p:nvSpPr>
        <p:spPr>
          <a:xfrm>
            <a:off x="954634" y="2560320"/>
            <a:ext cx="2818181" cy="777240"/>
          </a:xfrm>
          <a:prstGeom prst="rect">
            <a:avLst/>
          </a:prstGeom>
          <a:noFill/>
          <a:ln/>
        </p:spPr>
        <p:txBody>
          <a:bodyPr wrap="square" lIns="0" tIns="0" rIns="0" bIns="0" rtlCol="0" anchor="t"/>
          <a:lstStyle>
            <a:lvl1pPr marL="0" indent="0" algn="l">
              <a:lnSpc>
                <a:spcPct val="80000"/>
              </a:lnSpc>
              <a:buNone/>
              <a:defRPr lang="en-US" sz="22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200" dirty="0">
                <a:solidFill>
                  <a:srgbClr val="060E1D"/>
                </a:solidFill>
                <a:latin typeface="Aptos SemiBold" pitchFamily="34" charset="0"/>
                <a:ea typeface="Aptos SemiBold" pitchFamily="34" charset="-122"/>
                <a:cs typeface="Aptos SemiBold" pitchFamily="34" charset="-120"/>
              </a:rPr>
              <a:t>Card heading</a:t>
            </a:r>
            <a:endParaRPr lang="en-US" sz="2200" dirty="0"/>
          </a:p>
        </p:txBody>
      </p:sp>
      <p:sp>
        <p:nvSpPr>
          <p:cNvPr id="6" name="Card body 1"/>
          <p:cNvSpPr>
            <a:spLocks noGrp="1"/>
          </p:cNvSpPr>
          <p:nvPr>
            <p:ph type="body" idx="104" hasCustomPrompt="1"/>
          </p:nvPr>
        </p:nvSpPr>
        <p:spPr>
          <a:xfrm>
            <a:off x="954634" y="3474720"/>
            <a:ext cx="2818181" cy="237744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060E1D"/>
                </a:solidFill>
                <a:latin typeface="Aptos" pitchFamily="34" charset="0"/>
                <a:ea typeface="Aptos" pitchFamily="34" charset="-122"/>
                <a:cs typeface="Aptos" pitchFamily="34" charset="-120"/>
              </a:rPr>
              <a:t>Card text, 16pt</a:t>
            </a:r>
            <a:endParaRPr lang="en-US" sz="1600" dirty="0"/>
          </a:p>
        </p:txBody>
      </p:sp>
      <p:sp>
        <p:nvSpPr>
          <p:cNvPr id="7" name="Text 1"/>
          <p:cNvSpPr/>
          <p:nvPr/>
        </p:nvSpPr>
        <p:spPr>
          <a:xfrm>
            <a:off x="4367174" y="1691640"/>
            <a:ext cx="3458261" cy="4206240"/>
          </a:xfrm>
          <a:prstGeom prst="roundRect">
            <a:avLst>
              <a:gd name="adj" fmla="val 2644"/>
            </a:avLst>
          </a:prstGeom>
          <a:solidFill>
            <a:srgbClr val="E6F8F7"/>
          </a:solidFill>
          <a:ln/>
        </p:spPr>
        <p:txBody>
          <a:bodyPr wrap="square" lIns="0" tIns="0" rIns="0" bIns="0" rtlCol="0" anchor="ctr"/>
          <a:lstStyle/>
          <a:p>
            <a:pPr marL="0" indent="0" algn="ctr">
              <a:lnSpc>
                <a:spcPct val="80000"/>
              </a:lnSpc>
              <a:buNone/>
            </a:pPr>
            <a:endParaRPr lang="en-US" sz="1400" dirty="0"/>
          </a:p>
        </p:txBody>
      </p:sp>
      <p:sp>
        <p:nvSpPr>
          <p:cNvPr id="8" name="Pill tag 2"/>
          <p:cNvSpPr>
            <a:spLocks noGrp="1"/>
          </p:cNvSpPr>
          <p:nvPr>
            <p:ph type="body" idx="106" hasCustomPrompt="1"/>
          </p:nvPr>
        </p:nvSpPr>
        <p:spPr>
          <a:xfrm>
            <a:off x="4687214" y="2011680"/>
            <a:ext cx="1554480" cy="365760"/>
          </a:xfrm>
          <a:prstGeom prst="roundRect">
            <a:avLst>
              <a:gd name="adj" fmla="val 50000"/>
            </a:avLst>
          </a:prstGeom>
          <a:solidFill>
            <a:srgbClr val="69DED7"/>
          </a:solidFill>
          <a:ln>
            <a:noFill/>
          </a:ln>
        </p:spPr>
        <p:txBody>
          <a:bodyPr wrap="square" lIns="0" tIns="0" rIns="0" bIns="0" rtlCol="0" anchor="ctr"/>
          <a:lstStyle>
            <a:lvl1pPr marL="0" indent="0" algn="ctr">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ctr">
              <a:lnSpc>
                <a:spcPct val="100000"/>
              </a:lnSpc>
              <a:buNone/>
            </a:pPr>
            <a:r>
              <a:rPr lang="en-US" sz="1400" dirty="0">
                <a:solidFill>
                  <a:srgbClr val="060E1D"/>
                </a:solidFill>
                <a:latin typeface="Aptos" pitchFamily="34" charset="0"/>
                <a:ea typeface="Aptos" pitchFamily="34" charset="-122"/>
                <a:cs typeface="Aptos" pitchFamily="34" charset="-120"/>
              </a:rPr>
              <a:t>Tag</a:t>
            </a:r>
            <a:endParaRPr lang="en-US" sz="1400" dirty="0"/>
          </a:p>
        </p:txBody>
      </p:sp>
      <p:sp>
        <p:nvSpPr>
          <p:cNvPr id="9" name="Card heading 2"/>
          <p:cNvSpPr>
            <a:spLocks noGrp="1"/>
          </p:cNvSpPr>
          <p:nvPr>
            <p:ph type="body" idx="107" hasCustomPrompt="1"/>
          </p:nvPr>
        </p:nvSpPr>
        <p:spPr>
          <a:xfrm>
            <a:off x="4687214" y="2560320"/>
            <a:ext cx="2818181" cy="777240"/>
          </a:xfrm>
          <a:prstGeom prst="rect">
            <a:avLst/>
          </a:prstGeom>
          <a:noFill/>
          <a:ln/>
        </p:spPr>
        <p:txBody>
          <a:bodyPr wrap="square" lIns="0" tIns="0" rIns="0" bIns="0" rtlCol="0" anchor="t"/>
          <a:lstStyle>
            <a:lvl1pPr marL="0" indent="0" algn="l">
              <a:lnSpc>
                <a:spcPct val="80000"/>
              </a:lnSpc>
              <a:buNone/>
              <a:defRPr lang="en-US" sz="22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200" dirty="0">
                <a:solidFill>
                  <a:srgbClr val="060E1D"/>
                </a:solidFill>
                <a:latin typeface="Aptos SemiBold" pitchFamily="34" charset="0"/>
                <a:ea typeface="Aptos SemiBold" pitchFamily="34" charset="-122"/>
                <a:cs typeface="Aptos SemiBold" pitchFamily="34" charset="-120"/>
              </a:rPr>
              <a:t>Card heading</a:t>
            </a:r>
            <a:endParaRPr lang="en-US" sz="2200" dirty="0"/>
          </a:p>
        </p:txBody>
      </p:sp>
      <p:sp>
        <p:nvSpPr>
          <p:cNvPr id="10" name="Card body 2"/>
          <p:cNvSpPr>
            <a:spLocks noGrp="1"/>
          </p:cNvSpPr>
          <p:nvPr>
            <p:ph type="body" idx="108" hasCustomPrompt="1"/>
          </p:nvPr>
        </p:nvSpPr>
        <p:spPr>
          <a:xfrm>
            <a:off x="4687214" y="3474720"/>
            <a:ext cx="2818181" cy="237744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060E1D"/>
                </a:solidFill>
                <a:latin typeface="Aptos" pitchFamily="34" charset="0"/>
                <a:ea typeface="Aptos" pitchFamily="34" charset="-122"/>
                <a:cs typeface="Aptos" pitchFamily="34" charset="-120"/>
              </a:rPr>
              <a:t>Card text, 16pt</a:t>
            </a:r>
            <a:endParaRPr lang="en-US" sz="1600" dirty="0"/>
          </a:p>
        </p:txBody>
      </p:sp>
      <p:sp>
        <p:nvSpPr>
          <p:cNvPr id="11" name="Text 2"/>
          <p:cNvSpPr/>
          <p:nvPr/>
        </p:nvSpPr>
        <p:spPr>
          <a:xfrm>
            <a:off x="8098841" y="1691640"/>
            <a:ext cx="3458261" cy="4206240"/>
          </a:xfrm>
          <a:prstGeom prst="roundRect">
            <a:avLst>
              <a:gd name="adj" fmla="val 2644"/>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12" name="Pill tag 3"/>
          <p:cNvSpPr>
            <a:spLocks noGrp="1"/>
          </p:cNvSpPr>
          <p:nvPr>
            <p:ph type="body" idx="110" hasCustomPrompt="1"/>
          </p:nvPr>
        </p:nvSpPr>
        <p:spPr>
          <a:xfrm>
            <a:off x="8418881" y="2011680"/>
            <a:ext cx="1554480" cy="365760"/>
          </a:xfrm>
          <a:prstGeom prst="roundRect">
            <a:avLst>
              <a:gd name="adj" fmla="val 50000"/>
            </a:avLst>
          </a:prstGeom>
          <a:solidFill>
            <a:srgbClr val="69DED7"/>
          </a:solidFill>
          <a:ln>
            <a:noFill/>
          </a:ln>
        </p:spPr>
        <p:txBody>
          <a:bodyPr wrap="square" lIns="0" tIns="0" rIns="0" bIns="0" rtlCol="0" anchor="ctr"/>
          <a:lstStyle>
            <a:lvl1pPr marL="0" indent="0" algn="ctr">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ctr">
              <a:lnSpc>
                <a:spcPct val="100000"/>
              </a:lnSpc>
              <a:buNone/>
            </a:pPr>
            <a:r>
              <a:rPr lang="en-US" sz="1400" dirty="0">
                <a:solidFill>
                  <a:srgbClr val="060E1D"/>
                </a:solidFill>
                <a:latin typeface="Aptos" pitchFamily="34" charset="0"/>
                <a:ea typeface="Aptos" pitchFamily="34" charset="-122"/>
                <a:cs typeface="Aptos" pitchFamily="34" charset="-120"/>
              </a:rPr>
              <a:t>Tag</a:t>
            </a:r>
            <a:endParaRPr lang="en-US" sz="1400" dirty="0"/>
          </a:p>
        </p:txBody>
      </p:sp>
      <p:sp>
        <p:nvSpPr>
          <p:cNvPr id="13" name="Card heading 3"/>
          <p:cNvSpPr>
            <a:spLocks noGrp="1"/>
          </p:cNvSpPr>
          <p:nvPr>
            <p:ph type="body" idx="111" hasCustomPrompt="1"/>
          </p:nvPr>
        </p:nvSpPr>
        <p:spPr>
          <a:xfrm>
            <a:off x="8418881" y="2560320"/>
            <a:ext cx="2818181" cy="777240"/>
          </a:xfrm>
          <a:prstGeom prst="rect">
            <a:avLst/>
          </a:prstGeom>
          <a:noFill/>
          <a:ln/>
        </p:spPr>
        <p:txBody>
          <a:bodyPr wrap="square" lIns="0" tIns="0" rIns="0" bIns="0" rtlCol="0" anchor="t"/>
          <a:lstStyle>
            <a:lvl1pPr marL="0" indent="0" algn="l">
              <a:lnSpc>
                <a:spcPct val="80000"/>
              </a:lnSpc>
              <a:buNone/>
              <a:defRPr lang="en-US" sz="22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200" dirty="0">
                <a:solidFill>
                  <a:srgbClr val="060E1D"/>
                </a:solidFill>
                <a:latin typeface="Aptos SemiBold" pitchFamily="34" charset="0"/>
                <a:ea typeface="Aptos SemiBold" pitchFamily="34" charset="-122"/>
                <a:cs typeface="Aptos SemiBold" pitchFamily="34" charset="-120"/>
              </a:rPr>
              <a:t>Card heading</a:t>
            </a:r>
            <a:endParaRPr lang="en-US" sz="2200" dirty="0"/>
          </a:p>
        </p:txBody>
      </p:sp>
      <p:sp>
        <p:nvSpPr>
          <p:cNvPr id="14" name="Card body 3"/>
          <p:cNvSpPr>
            <a:spLocks noGrp="1"/>
          </p:cNvSpPr>
          <p:nvPr>
            <p:ph type="body" idx="112" hasCustomPrompt="1"/>
          </p:nvPr>
        </p:nvSpPr>
        <p:spPr>
          <a:xfrm>
            <a:off x="8418881" y="3474720"/>
            <a:ext cx="2818181" cy="237744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060E1D"/>
                </a:solidFill>
                <a:latin typeface="Aptos" pitchFamily="34" charset="0"/>
                <a:ea typeface="Aptos" pitchFamily="34" charset="-122"/>
                <a:cs typeface="Aptos" pitchFamily="34" charset="-120"/>
              </a:rPr>
              <a:t>Card text, 16pt</a:t>
            </a:r>
            <a:endParaRPr lang="en-US" sz="1600" dirty="0"/>
          </a:p>
        </p:txBody>
      </p:sp>
      <p:pic>
        <p:nvPicPr>
          <p:cNvPr id="15"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16" name="Text 3"/>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7" name="Source"/>
          <p:cNvSpPr>
            <a:spLocks noGrp="1"/>
          </p:cNvSpPr>
          <p:nvPr>
            <p:ph type="body" idx="115"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riteria columns">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Text 0"/>
          <p:cNvSpPr/>
          <p:nvPr/>
        </p:nvSpPr>
        <p:spPr>
          <a:xfrm>
            <a:off x="652882" y="1719072"/>
            <a:ext cx="274320" cy="274320"/>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4" name="Text 1"/>
          <p:cNvSpPr/>
          <p:nvPr/>
        </p:nvSpPr>
        <p:spPr>
          <a:xfrm>
            <a:off x="715975" y="1782166"/>
            <a:ext cx="148133" cy="148133"/>
          </a:xfrm>
          <a:prstGeom prst="ellipse">
            <a:avLst/>
          </a:prstGeom>
          <a:solidFill>
            <a:srgbClr val="69DED7"/>
          </a:solidFill>
          <a:ln/>
        </p:spPr>
        <p:txBody>
          <a:bodyPr wrap="square" lIns="0" tIns="0" rIns="0" bIns="0" rtlCol="0" anchor="ctr"/>
          <a:lstStyle/>
          <a:p>
            <a:pPr marL="0" indent="0" algn="ctr">
              <a:lnSpc>
                <a:spcPct val="80000"/>
              </a:lnSpc>
              <a:buNone/>
            </a:pPr>
            <a:endParaRPr lang="en-US" sz="1400" dirty="0"/>
          </a:p>
        </p:txBody>
      </p:sp>
      <p:sp>
        <p:nvSpPr>
          <p:cNvPr id="5" name="Column heading 1"/>
          <p:cNvSpPr>
            <a:spLocks noGrp="1"/>
          </p:cNvSpPr>
          <p:nvPr>
            <p:ph type="body" idx="103" hasCustomPrompt="1"/>
          </p:nvPr>
        </p:nvSpPr>
        <p:spPr>
          <a:xfrm>
            <a:off x="1046074" y="1691640"/>
            <a:ext cx="3046781" cy="329184"/>
          </a:xfrm>
          <a:prstGeom prst="rect">
            <a:avLst/>
          </a:prstGeom>
          <a:noFill/>
          <a:ln/>
        </p:spPr>
        <p:txBody>
          <a:bodyPr wrap="square" lIns="0" tIns="0" rIns="0" bIns="0" rtlCol="0" anchor="ctr"/>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Column heading</a:t>
            </a:r>
            <a:endParaRPr lang="en-US" sz="2000" dirty="0"/>
          </a:p>
        </p:txBody>
      </p:sp>
      <p:sp>
        <p:nvSpPr>
          <p:cNvPr id="6" name="Text 2"/>
          <p:cNvSpPr/>
          <p:nvPr/>
        </p:nvSpPr>
        <p:spPr>
          <a:xfrm>
            <a:off x="634594" y="2148840"/>
            <a:ext cx="3458261" cy="886968"/>
          </a:xfrm>
          <a:prstGeom prst="roundRect">
            <a:avLst>
              <a:gd name="adj" fmla="val 10309"/>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7" name="Text 3"/>
          <p:cNvSpPr/>
          <p:nvPr/>
        </p:nvSpPr>
        <p:spPr>
          <a:xfrm>
            <a:off x="817474" y="2395728"/>
            <a:ext cx="384048" cy="384048"/>
          </a:xfrm>
          <a:prstGeom prst="ellipse">
            <a:avLst/>
          </a:prstGeom>
          <a:solidFill>
            <a:srgbClr val="060E1D"/>
          </a:solidFill>
          <a:ln/>
        </p:spPr>
        <p:txBody>
          <a:bodyPr wrap="square" lIns="0" tIns="0" rIns="0" bIns="0" rtlCol="0" anchor="ctr"/>
          <a:lstStyle/>
          <a:p>
            <a:pPr marL="0" indent="0" algn="ctr">
              <a:lnSpc>
                <a:spcPct val="80000"/>
              </a:lnSpc>
              <a:buNone/>
            </a:pPr>
            <a:r>
              <a:rPr lang="en-US" sz="1400" dirty="0">
                <a:solidFill>
                  <a:srgbClr val="69DED7"/>
                </a:solidFill>
                <a:latin typeface="Aptos SemiBold" pitchFamily="34" charset="0"/>
                <a:ea typeface="Aptos SemiBold" pitchFamily="34" charset="-122"/>
                <a:cs typeface="Aptos SemiBold" pitchFamily="34" charset="-120"/>
              </a:rPr>
              <a:t>1</a:t>
            </a:r>
            <a:endParaRPr lang="en-US" sz="1400" dirty="0"/>
          </a:p>
        </p:txBody>
      </p:sp>
      <p:sp>
        <p:nvSpPr>
          <p:cNvPr id="8" name="Item heading 1.1"/>
          <p:cNvSpPr>
            <a:spLocks noGrp="1"/>
          </p:cNvSpPr>
          <p:nvPr>
            <p:ph type="body" idx="106" hasCustomPrompt="1"/>
          </p:nvPr>
        </p:nvSpPr>
        <p:spPr>
          <a:xfrm>
            <a:off x="1366114" y="2258568"/>
            <a:ext cx="2543861" cy="27432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600" dirty="0">
                <a:solidFill>
                  <a:srgbClr val="060E1D"/>
                </a:solidFill>
                <a:latin typeface="Aptos SemiBold" pitchFamily="34" charset="0"/>
                <a:ea typeface="Aptos SemiBold" pitchFamily="34" charset="-122"/>
                <a:cs typeface="Aptos SemiBold" pitchFamily="34" charset="-120"/>
              </a:rPr>
              <a:t>Item heading</a:t>
            </a:r>
            <a:endParaRPr lang="en-US" sz="1600" dirty="0"/>
          </a:p>
        </p:txBody>
      </p:sp>
      <p:sp>
        <p:nvSpPr>
          <p:cNvPr id="9" name="Item text 1.1"/>
          <p:cNvSpPr>
            <a:spLocks noGrp="1"/>
          </p:cNvSpPr>
          <p:nvPr>
            <p:ph type="body" idx="107" hasCustomPrompt="1"/>
          </p:nvPr>
        </p:nvSpPr>
        <p:spPr>
          <a:xfrm>
            <a:off x="1366114" y="2560320"/>
            <a:ext cx="2543861" cy="411480"/>
          </a:xfrm>
          <a:prstGeom prst="rect">
            <a:avLst/>
          </a:prstGeom>
          <a:noFill/>
          <a:ln/>
        </p:spPr>
        <p:txBody>
          <a:bodyPr wrap="square" lIns="0" tIns="0" rIns="0" bIns="0" rtlCol="0" anchor="t"/>
          <a:lstStyle>
            <a:lvl1pPr marL="0" indent="0" algn="l">
              <a:lnSpc>
                <a:spcPct val="80000"/>
              </a:lnSpc>
              <a:buNone/>
              <a:defRPr lang="en-US" sz="13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5B6472"/>
                </a:solidFill>
                <a:latin typeface="Aptos" pitchFamily="34" charset="0"/>
                <a:ea typeface="Aptos" pitchFamily="34" charset="-122"/>
                <a:cs typeface="Aptos" pitchFamily="34" charset="-120"/>
              </a:rPr>
              <a:t>Item detail</a:t>
            </a:r>
            <a:endParaRPr lang="en-US" sz="1300" dirty="0"/>
          </a:p>
        </p:txBody>
      </p:sp>
      <p:sp>
        <p:nvSpPr>
          <p:cNvPr id="10" name="Text 4"/>
          <p:cNvSpPr/>
          <p:nvPr/>
        </p:nvSpPr>
        <p:spPr>
          <a:xfrm>
            <a:off x="634594" y="3127248"/>
            <a:ext cx="3458261" cy="886968"/>
          </a:xfrm>
          <a:prstGeom prst="roundRect">
            <a:avLst>
              <a:gd name="adj" fmla="val 10309"/>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11" name="Text 5"/>
          <p:cNvSpPr/>
          <p:nvPr/>
        </p:nvSpPr>
        <p:spPr>
          <a:xfrm>
            <a:off x="817474" y="3374136"/>
            <a:ext cx="384048" cy="384048"/>
          </a:xfrm>
          <a:prstGeom prst="ellipse">
            <a:avLst/>
          </a:prstGeom>
          <a:solidFill>
            <a:srgbClr val="060E1D"/>
          </a:solidFill>
          <a:ln/>
        </p:spPr>
        <p:txBody>
          <a:bodyPr wrap="square" lIns="0" tIns="0" rIns="0" bIns="0" rtlCol="0" anchor="ctr"/>
          <a:lstStyle/>
          <a:p>
            <a:pPr marL="0" indent="0" algn="ctr">
              <a:lnSpc>
                <a:spcPct val="80000"/>
              </a:lnSpc>
              <a:buNone/>
            </a:pPr>
            <a:r>
              <a:rPr lang="en-US" sz="1400" dirty="0">
                <a:solidFill>
                  <a:srgbClr val="69DED7"/>
                </a:solidFill>
                <a:latin typeface="Aptos SemiBold" pitchFamily="34" charset="0"/>
                <a:ea typeface="Aptos SemiBold" pitchFamily="34" charset="-122"/>
                <a:cs typeface="Aptos SemiBold" pitchFamily="34" charset="-120"/>
              </a:rPr>
              <a:t>2</a:t>
            </a:r>
            <a:endParaRPr lang="en-US" sz="1400" dirty="0"/>
          </a:p>
        </p:txBody>
      </p:sp>
      <p:sp>
        <p:nvSpPr>
          <p:cNvPr id="12" name="Item heading 1.2"/>
          <p:cNvSpPr>
            <a:spLocks noGrp="1"/>
          </p:cNvSpPr>
          <p:nvPr>
            <p:ph type="body" idx="110" hasCustomPrompt="1"/>
          </p:nvPr>
        </p:nvSpPr>
        <p:spPr>
          <a:xfrm>
            <a:off x="1366114" y="3236976"/>
            <a:ext cx="2543861" cy="27432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600" dirty="0">
                <a:solidFill>
                  <a:srgbClr val="060E1D"/>
                </a:solidFill>
                <a:latin typeface="Aptos SemiBold" pitchFamily="34" charset="0"/>
                <a:ea typeface="Aptos SemiBold" pitchFamily="34" charset="-122"/>
                <a:cs typeface="Aptos SemiBold" pitchFamily="34" charset="-120"/>
              </a:rPr>
              <a:t>Item heading</a:t>
            </a:r>
            <a:endParaRPr lang="en-US" sz="1600" dirty="0"/>
          </a:p>
        </p:txBody>
      </p:sp>
      <p:sp>
        <p:nvSpPr>
          <p:cNvPr id="13" name="Item text 1.2"/>
          <p:cNvSpPr>
            <a:spLocks noGrp="1"/>
          </p:cNvSpPr>
          <p:nvPr>
            <p:ph type="body" idx="111" hasCustomPrompt="1"/>
          </p:nvPr>
        </p:nvSpPr>
        <p:spPr>
          <a:xfrm>
            <a:off x="1366114" y="3538728"/>
            <a:ext cx="2543861" cy="411480"/>
          </a:xfrm>
          <a:prstGeom prst="rect">
            <a:avLst/>
          </a:prstGeom>
          <a:noFill/>
          <a:ln/>
        </p:spPr>
        <p:txBody>
          <a:bodyPr wrap="square" lIns="0" tIns="0" rIns="0" bIns="0" rtlCol="0" anchor="t"/>
          <a:lstStyle>
            <a:lvl1pPr marL="0" indent="0" algn="l">
              <a:lnSpc>
                <a:spcPct val="80000"/>
              </a:lnSpc>
              <a:buNone/>
              <a:defRPr lang="en-US" sz="13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5B6472"/>
                </a:solidFill>
                <a:latin typeface="Aptos" pitchFamily="34" charset="0"/>
                <a:ea typeface="Aptos" pitchFamily="34" charset="-122"/>
                <a:cs typeface="Aptos" pitchFamily="34" charset="-120"/>
              </a:rPr>
              <a:t>Item detail</a:t>
            </a:r>
            <a:endParaRPr lang="en-US" sz="1300" dirty="0"/>
          </a:p>
        </p:txBody>
      </p:sp>
      <p:sp>
        <p:nvSpPr>
          <p:cNvPr id="14" name="Text 6"/>
          <p:cNvSpPr/>
          <p:nvPr/>
        </p:nvSpPr>
        <p:spPr>
          <a:xfrm>
            <a:off x="634594" y="4105656"/>
            <a:ext cx="3458261" cy="886968"/>
          </a:xfrm>
          <a:prstGeom prst="roundRect">
            <a:avLst>
              <a:gd name="adj" fmla="val 10309"/>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15" name="Text 7"/>
          <p:cNvSpPr/>
          <p:nvPr/>
        </p:nvSpPr>
        <p:spPr>
          <a:xfrm>
            <a:off x="817474" y="4352544"/>
            <a:ext cx="384048" cy="384048"/>
          </a:xfrm>
          <a:prstGeom prst="ellipse">
            <a:avLst/>
          </a:prstGeom>
          <a:solidFill>
            <a:srgbClr val="060E1D"/>
          </a:solidFill>
          <a:ln/>
        </p:spPr>
        <p:txBody>
          <a:bodyPr wrap="square" lIns="0" tIns="0" rIns="0" bIns="0" rtlCol="0" anchor="ctr"/>
          <a:lstStyle/>
          <a:p>
            <a:pPr marL="0" indent="0" algn="ctr">
              <a:lnSpc>
                <a:spcPct val="80000"/>
              </a:lnSpc>
              <a:buNone/>
            </a:pPr>
            <a:r>
              <a:rPr lang="en-US" sz="1400" dirty="0">
                <a:solidFill>
                  <a:srgbClr val="69DED7"/>
                </a:solidFill>
                <a:latin typeface="Aptos SemiBold" pitchFamily="34" charset="0"/>
                <a:ea typeface="Aptos SemiBold" pitchFamily="34" charset="-122"/>
                <a:cs typeface="Aptos SemiBold" pitchFamily="34" charset="-120"/>
              </a:rPr>
              <a:t>3</a:t>
            </a:r>
            <a:endParaRPr lang="en-US" sz="1400" dirty="0"/>
          </a:p>
        </p:txBody>
      </p:sp>
      <p:sp>
        <p:nvSpPr>
          <p:cNvPr id="16" name="Item heading 1.3"/>
          <p:cNvSpPr>
            <a:spLocks noGrp="1"/>
          </p:cNvSpPr>
          <p:nvPr>
            <p:ph type="body" idx="114" hasCustomPrompt="1"/>
          </p:nvPr>
        </p:nvSpPr>
        <p:spPr>
          <a:xfrm>
            <a:off x="1366114" y="4215384"/>
            <a:ext cx="2543861" cy="27432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600" dirty="0">
                <a:solidFill>
                  <a:srgbClr val="060E1D"/>
                </a:solidFill>
                <a:latin typeface="Aptos SemiBold" pitchFamily="34" charset="0"/>
                <a:ea typeface="Aptos SemiBold" pitchFamily="34" charset="-122"/>
                <a:cs typeface="Aptos SemiBold" pitchFamily="34" charset="-120"/>
              </a:rPr>
              <a:t>Item heading</a:t>
            </a:r>
            <a:endParaRPr lang="en-US" sz="1600" dirty="0"/>
          </a:p>
        </p:txBody>
      </p:sp>
      <p:sp>
        <p:nvSpPr>
          <p:cNvPr id="17" name="Item text 1.3"/>
          <p:cNvSpPr>
            <a:spLocks noGrp="1"/>
          </p:cNvSpPr>
          <p:nvPr>
            <p:ph type="body" idx="115" hasCustomPrompt="1"/>
          </p:nvPr>
        </p:nvSpPr>
        <p:spPr>
          <a:xfrm>
            <a:off x="1366114" y="4517136"/>
            <a:ext cx="2543861" cy="411480"/>
          </a:xfrm>
          <a:prstGeom prst="rect">
            <a:avLst/>
          </a:prstGeom>
          <a:noFill/>
          <a:ln/>
        </p:spPr>
        <p:txBody>
          <a:bodyPr wrap="square" lIns="0" tIns="0" rIns="0" bIns="0" rtlCol="0" anchor="t"/>
          <a:lstStyle>
            <a:lvl1pPr marL="0" indent="0" algn="l">
              <a:lnSpc>
                <a:spcPct val="80000"/>
              </a:lnSpc>
              <a:buNone/>
              <a:defRPr lang="en-US" sz="13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5B6472"/>
                </a:solidFill>
                <a:latin typeface="Aptos" pitchFamily="34" charset="0"/>
                <a:ea typeface="Aptos" pitchFamily="34" charset="-122"/>
                <a:cs typeface="Aptos" pitchFamily="34" charset="-120"/>
              </a:rPr>
              <a:t>Item detail</a:t>
            </a:r>
            <a:endParaRPr lang="en-US" sz="1300" dirty="0"/>
          </a:p>
        </p:txBody>
      </p:sp>
      <p:sp>
        <p:nvSpPr>
          <p:cNvPr id="18" name="Value 1"/>
          <p:cNvSpPr>
            <a:spLocks noGrp="1"/>
          </p:cNvSpPr>
          <p:nvPr>
            <p:ph type="body" idx="116" hasCustomPrompt="1"/>
          </p:nvPr>
        </p:nvSpPr>
        <p:spPr>
          <a:xfrm>
            <a:off x="634594" y="5120640"/>
            <a:ext cx="3458261" cy="777240"/>
          </a:xfrm>
          <a:prstGeom prst="roundRect">
            <a:avLst>
              <a:gd name="adj" fmla="val 11764"/>
            </a:avLst>
          </a:prstGeom>
          <a:solidFill>
            <a:srgbClr val="060E1D"/>
          </a:solidFill>
          <a:ln>
            <a:noFill/>
          </a:ln>
        </p:spPr>
        <p:txBody>
          <a:bodyPr wrap="square" lIns="177800" tIns="76200" rIns="177800" bIns="76200" rtlCol="0" anchor="ctr"/>
          <a:lstStyle>
            <a:lvl1pPr marL="0" indent="0" algn="l">
              <a:lnSpc>
                <a:spcPct val="80000"/>
              </a:lnSpc>
              <a:buNone/>
              <a:defRPr lang="en-US" sz="1400" dirty="0">
                <a:solidFill>
                  <a:srgbClr val="FFFFFF"/>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FFFFFF"/>
                </a:solidFill>
                <a:latin typeface="Aptos" pitchFamily="34" charset="0"/>
                <a:ea typeface="Aptos" pitchFamily="34" charset="-122"/>
                <a:cs typeface="Aptos" pitchFamily="34" charset="-120"/>
              </a:rPr>
              <a:t>Where IQM adds value</a:t>
            </a:r>
            <a:endParaRPr lang="en-US" sz="1400" dirty="0"/>
          </a:p>
        </p:txBody>
      </p:sp>
      <p:sp>
        <p:nvSpPr>
          <p:cNvPr id="19" name="Text 8"/>
          <p:cNvSpPr/>
          <p:nvPr/>
        </p:nvSpPr>
        <p:spPr>
          <a:xfrm>
            <a:off x="4385462" y="1719072"/>
            <a:ext cx="274320" cy="274320"/>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20" name="Text 9"/>
          <p:cNvSpPr/>
          <p:nvPr/>
        </p:nvSpPr>
        <p:spPr>
          <a:xfrm>
            <a:off x="4448556" y="1782166"/>
            <a:ext cx="148133" cy="148133"/>
          </a:xfrm>
          <a:prstGeom prst="ellipse">
            <a:avLst/>
          </a:prstGeom>
          <a:solidFill>
            <a:srgbClr val="69DED7"/>
          </a:solidFill>
          <a:ln/>
        </p:spPr>
        <p:txBody>
          <a:bodyPr wrap="square" lIns="0" tIns="0" rIns="0" bIns="0" rtlCol="0" anchor="ctr"/>
          <a:lstStyle/>
          <a:p>
            <a:pPr marL="0" indent="0" algn="ctr">
              <a:lnSpc>
                <a:spcPct val="80000"/>
              </a:lnSpc>
              <a:buNone/>
            </a:pPr>
            <a:endParaRPr lang="en-US" sz="1400" dirty="0"/>
          </a:p>
        </p:txBody>
      </p:sp>
      <p:sp>
        <p:nvSpPr>
          <p:cNvPr id="21" name="Column heading 2"/>
          <p:cNvSpPr>
            <a:spLocks noGrp="1"/>
          </p:cNvSpPr>
          <p:nvPr>
            <p:ph type="body" idx="119" hasCustomPrompt="1"/>
          </p:nvPr>
        </p:nvSpPr>
        <p:spPr>
          <a:xfrm>
            <a:off x="4778654" y="1691640"/>
            <a:ext cx="3046781" cy="329184"/>
          </a:xfrm>
          <a:prstGeom prst="rect">
            <a:avLst/>
          </a:prstGeom>
          <a:noFill/>
          <a:ln/>
        </p:spPr>
        <p:txBody>
          <a:bodyPr wrap="square" lIns="0" tIns="0" rIns="0" bIns="0" rtlCol="0" anchor="ctr"/>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Column heading</a:t>
            </a:r>
            <a:endParaRPr lang="en-US" sz="2000" dirty="0"/>
          </a:p>
        </p:txBody>
      </p:sp>
      <p:sp>
        <p:nvSpPr>
          <p:cNvPr id="22" name="Text 10"/>
          <p:cNvSpPr/>
          <p:nvPr/>
        </p:nvSpPr>
        <p:spPr>
          <a:xfrm>
            <a:off x="4367174" y="2148840"/>
            <a:ext cx="3458261" cy="886968"/>
          </a:xfrm>
          <a:prstGeom prst="roundRect">
            <a:avLst>
              <a:gd name="adj" fmla="val 10309"/>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23" name="Text 11"/>
          <p:cNvSpPr/>
          <p:nvPr/>
        </p:nvSpPr>
        <p:spPr>
          <a:xfrm>
            <a:off x="4550054" y="2395728"/>
            <a:ext cx="384048" cy="384048"/>
          </a:xfrm>
          <a:prstGeom prst="ellipse">
            <a:avLst/>
          </a:prstGeom>
          <a:solidFill>
            <a:srgbClr val="060E1D"/>
          </a:solidFill>
          <a:ln/>
        </p:spPr>
        <p:txBody>
          <a:bodyPr wrap="square" lIns="0" tIns="0" rIns="0" bIns="0" rtlCol="0" anchor="ctr"/>
          <a:lstStyle/>
          <a:p>
            <a:pPr marL="0" indent="0" algn="ctr">
              <a:lnSpc>
                <a:spcPct val="80000"/>
              </a:lnSpc>
              <a:buNone/>
            </a:pPr>
            <a:r>
              <a:rPr lang="en-US" sz="1400" dirty="0">
                <a:solidFill>
                  <a:srgbClr val="69DED7"/>
                </a:solidFill>
                <a:latin typeface="Aptos SemiBold" pitchFamily="34" charset="0"/>
                <a:ea typeface="Aptos SemiBold" pitchFamily="34" charset="-122"/>
                <a:cs typeface="Aptos SemiBold" pitchFamily="34" charset="-120"/>
              </a:rPr>
              <a:t>1</a:t>
            </a:r>
            <a:endParaRPr lang="en-US" sz="1400" dirty="0"/>
          </a:p>
        </p:txBody>
      </p:sp>
      <p:sp>
        <p:nvSpPr>
          <p:cNvPr id="24" name="Item heading 2.1"/>
          <p:cNvSpPr>
            <a:spLocks noGrp="1"/>
          </p:cNvSpPr>
          <p:nvPr>
            <p:ph type="body" idx="122" hasCustomPrompt="1"/>
          </p:nvPr>
        </p:nvSpPr>
        <p:spPr>
          <a:xfrm>
            <a:off x="5098694" y="2258568"/>
            <a:ext cx="2543861" cy="27432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600" dirty="0">
                <a:solidFill>
                  <a:srgbClr val="060E1D"/>
                </a:solidFill>
                <a:latin typeface="Aptos SemiBold" pitchFamily="34" charset="0"/>
                <a:ea typeface="Aptos SemiBold" pitchFamily="34" charset="-122"/>
                <a:cs typeface="Aptos SemiBold" pitchFamily="34" charset="-120"/>
              </a:rPr>
              <a:t>Item heading</a:t>
            </a:r>
            <a:endParaRPr lang="en-US" sz="1600" dirty="0"/>
          </a:p>
        </p:txBody>
      </p:sp>
      <p:sp>
        <p:nvSpPr>
          <p:cNvPr id="25" name="Item text 2.1"/>
          <p:cNvSpPr>
            <a:spLocks noGrp="1"/>
          </p:cNvSpPr>
          <p:nvPr>
            <p:ph type="body" idx="123" hasCustomPrompt="1"/>
          </p:nvPr>
        </p:nvSpPr>
        <p:spPr>
          <a:xfrm>
            <a:off x="5098694" y="2560320"/>
            <a:ext cx="2543861" cy="411480"/>
          </a:xfrm>
          <a:prstGeom prst="rect">
            <a:avLst/>
          </a:prstGeom>
          <a:noFill/>
          <a:ln/>
        </p:spPr>
        <p:txBody>
          <a:bodyPr wrap="square" lIns="0" tIns="0" rIns="0" bIns="0" rtlCol="0" anchor="t"/>
          <a:lstStyle>
            <a:lvl1pPr marL="0" indent="0" algn="l">
              <a:lnSpc>
                <a:spcPct val="80000"/>
              </a:lnSpc>
              <a:buNone/>
              <a:defRPr lang="en-US" sz="13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5B6472"/>
                </a:solidFill>
                <a:latin typeface="Aptos" pitchFamily="34" charset="0"/>
                <a:ea typeface="Aptos" pitchFamily="34" charset="-122"/>
                <a:cs typeface="Aptos" pitchFamily="34" charset="-120"/>
              </a:rPr>
              <a:t>Item detail</a:t>
            </a:r>
            <a:endParaRPr lang="en-US" sz="1300" dirty="0"/>
          </a:p>
        </p:txBody>
      </p:sp>
      <p:sp>
        <p:nvSpPr>
          <p:cNvPr id="26" name="Text 12"/>
          <p:cNvSpPr/>
          <p:nvPr/>
        </p:nvSpPr>
        <p:spPr>
          <a:xfrm>
            <a:off x="4367174" y="3127248"/>
            <a:ext cx="3458261" cy="886968"/>
          </a:xfrm>
          <a:prstGeom prst="roundRect">
            <a:avLst>
              <a:gd name="adj" fmla="val 10309"/>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27" name="Text 13"/>
          <p:cNvSpPr/>
          <p:nvPr/>
        </p:nvSpPr>
        <p:spPr>
          <a:xfrm>
            <a:off x="4550054" y="3374136"/>
            <a:ext cx="384048" cy="384048"/>
          </a:xfrm>
          <a:prstGeom prst="ellipse">
            <a:avLst/>
          </a:prstGeom>
          <a:solidFill>
            <a:srgbClr val="060E1D"/>
          </a:solidFill>
          <a:ln/>
        </p:spPr>
        <p:txBody>
          <a:bodyPr wrap="square" lIns="0" tIns="0" rIns="0" bIns="0" rtlCol="0" anchor="ctr"/>
          <a:lstStyle/>
          <a:p>
            <a:pPr marL="0" indent="0" algn="ctr">
              <a:lnSpc>
                <a:spcPct val="80000"/>
              </a:lnSpc>
              <a:buNone/>
            </a:pPr>
            <a:r>
              <a:rPr lang="en-US" sz="1400" dirty="0">
                <a:solidFill>
                  <a:srgbClr val="69DED7"/>
                </a:solidFill>
                <a:latin typeface="Aptos SemiBold" pitchFamily="34" charset="0"/>
                <a:ea typeface="Aptos SemiBold" pitchFamily="34" charset="-122"/>
                <a:cs typeface="Aptos SemiBold" pitchFamily="34" charset="-120"/>
              </a:rPr>
              <a:t>2</a:t>
            </a:r>
            <a:endParaRPr lang="en-US" sz="1400" dirty="0"/>
          </a:p>
        </p:txBody>
      </p:sp>
      <p:sp>
        <p:nvSpPr>
          <p:cNvPr id="28" name="Item heading 2.2"/>
          <p:cNvSpPr>
            <a:spLocks noGrp="1"/>
          </p:cNvSpPr>
          <p:nvPr>
            <p:ph type="body" idx="126" hasCustomPrompt="1"/>
          </p:nvPr>
        </p:nvSpPr>
        <p:spPr>
          <a:xfrm>
            <a:off x="5098694" y="3236976"/>
            <a:ext cx="2543861" cy="27432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600" dirty="0">
                <a:solidFill>
                  <a:srgbClr val="060E1D"/>
                </a:solidFill>
                <a:latin typeface="Aptos SemiBold" pitchFamily="34" charset="0"/>
                <a:ea typeface="Aptos SemiBold" pitchFamily="34" charset="-122"/>
                <a:cs typeface="Aptos SemiBold" pitchFamily="34" charset="-120"/>
              </a:rPr>
              <a:t>Item heading</a:t>
            </a:r>
            <a:endParaRPr lang="en-US" sz="1600" dirty="0"/>
          </a:p>
        </p:txBody>
      </p:sp>
      <p:sp>
        <p:nvSpPr>
          <p:cNvPr id="29" name="Item text 2.2"/>
          <p:cNvSpPr>
            <a:spLocks noGrp="1"/>
          </p:cNvSpPr>
          <p:nvPr>
            <p:ph type="body" idx="127" hasCustomPrompt="1"/>
          </p:nvPr>
        </p:nvSpPr>
        <p:spPr>
          <a:xfrm>
            <a:off x="5098694" y="3538728"/>
            <a:ext cx="2543861" cy="411480"/>
          </a:xfrm>
          <a:prstGeom prst="rect">
            <a:avLst/>
          </a:prstGeom>
          <a:noFill/>
          <a:ln/>
        </p:spPr>
        <p:txBody>
          <a:bodyPr wrap="square" lIns="0" tIns="0" rIns="0" bIns="0" rtlCol="0" anchor="t"/>
          <a:lstStyle>
            <a:lvl1pPr marL="0" indent="0" algn="l">
              <a:lnSpc>
                <a:spcPct val="80000"/>
              </a:lnSpc>
              <a:buNone/>
              <a:defRPr lang="en-US" sz="13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5B6472"/>
                </a:solidFill>
                <a:latin typeface="Aptos" pitchFamily="34" charset="0"/>
                <a:ea typeface="Aptos" pitchFamily="34" charset="-122"/>
                <a:cs typeface="Aptos" pitchFamily="34" charset="-120"/>
              </a:rPr>
              <a:t>Item detail</a:t>
            </a:r>
            <a:endParaRPr lang="en-US" sz="1300" dirty="0"/>
          </a:p>
        </p:txBody>
      </p:sp>
      <p:sp>
        <p:nvSpPr>
          <p:cNvPr id="30" name="Text 14"/>
          <p:cNvSpPr/>
          <p:nvPr/>
        </p:nvSpPr>
        <p:spPr>
          <a:xfrm>
            <a:off x="4367174" y="4105656"/>
            <a:ext cx="3458261" cy="886968"/>
          </a:xfrm>
          <a:prstGeom prst="roundRect">
            <a:avLst>
              <a:gd name="adj" fmla="val 10309"/>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31" name="Text 15"/>
          <p:cNvSpPr/>
          <p:nvPr/>
        </p:nvSpPr>
        <p:spPr>
          <a:xfrm>
            <a:off x="4550054" y="4352544"/>
            <a:ext cx="384048" cy="384048"/>
          </a:xfrm>
          <a:prstGeom prst="ellipse">
            <a:avLst/>
          </a:prstGeom>
          <a:solidFill>
            <a:srgbClr val="060E1D"/>
          </a:solidFill>
          <a:ln/>
        </p:spPr>
        <p:txBody>
          <a:bodyPr wrap="square" lIns="0" tIns="0" rIns="0" bIns="0" rtlCol="0" anchor="ctr"/>
          <a:lstStyle/>
          <a:p>
            <a:pPr marL="0" indent="0" algn="ctr">
              <a:lnSpc>
                <a:spcPct val="80000"/>
              </a:lnSpc>
              <a:buNone/>
            </a:pPr>
            <a:r>
              <a:rPr lang="en-US" sz="1400" dirty="0">
                <a:solidFill>
                  <a:srgbClr val="69DED7"/>
                </a:solidFill>
                <a:latin typeface="Aptos SemiBold" pitchFamily="34" charset="0"/>
                <a:ea typeface="Aptos SemiBold" pitchFamily="34" charset="-122"/>
                <a:cs typeface="Aptos SemiBold" pitchFamily="34" charset="-120"/>
              </a:rPr>
              <a:t>3</a:t>
            </a:r>
            <a:endParaRPr lang="en-US" sz="1400" dirty="0"/>
          </a:p>
        </p:txBody>
      </p:sp>
      <p:sp>
        <p:nvSpPr>
          <p:cNvPr id="32" name="Item heading 2.3"/>
          <p:cNvSpPr>
            <a:spLocks noGrp="1"/>
          </p:cNvSpPr>
          <p:nvPr>
            <p:ph type="body" idx="130" hasCustomPrompt="1"/>
          </p:nvPr>
        </p:nvSpPr>
        <p:spPr>
          <a:xfrm>
            <a:off x="5098694" y="4215384"/>
            <a:ext cx="2543861" cy="27432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600" dirty="0">
                <a:solidFill>
                  <a:srgbClr val="060E1D"/>
                </a:solidFill>
                <a:latin typeface="Aptos SemiBold" pitchFamily="34" charset="0"/>
                <a:ea typeface="Aptos SemiBold" pitchFamily="34" charset="-122"/>
                <a:cs typeface="Aptos SemiBold" pitchFamily="34" charset="-120"/>
              </a:rPr>
              <a:t>Item heading</a:t>
            </a:r>
            <a:endParaRPr lang="en-US" sz="1600" dirty="0"/>
          </a:p>
        </p:txBody>
      </p:sp>
      <p:sp>
        <p:nvSpPr>
          <p:cNvPr id="33" name="Item text 2.3"/>
          <p:cNvSpPr>
            <a:spLocks noGrp="1"/>
          </p:cNvSpPr>
          <p:nvPr>
            <p:ph type="body" idx="131" hasCustomPrompt="1"/>
          </p:nvPr>
        </p:nvSpPr>
        <p:spPr>
          <a:xfrm>
            <a:off x="5098694" y="4517136"/>
            <a:ext cx="2543861" cy="411480"/>
          </a:xfrm>
          <a:prstGeom prst="rect">
            <a:avLst/>
          </a:prstGeom>
          <a:noFill/>
          <a:ln/>
        </p:spPr>
        <p:txBody>
          <a:bodyPr wrap="square" lIns="0" tIns="0" rIns="0" bIns="0" rtlCol="0" anchor="t"/>
          <a:lstStyle>
            <a:lvl1pPr marL="0" indent="0" algn="l">
              <a:lnSpc>
                <a:spcPct val="80000"/>
              </a:lnSpc>
              <a:buNone/>
              <a:defRPr lang="en-US" sz="13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5B6472"/>
                </a:solidFill>
                <a:latin typeface="Aptos" pitchFamily="34" charset="0"/>
                <a:ea typeface="Aptos" pitchFamily="34" charset="-122"/>
                <a:cs typeface="Aptos" pitchFamily="34" charset="-120"/>
              </a:rPr>
              <a:t>Item detail</a:t>
            </a:r>
            <a:endParaRPr lang="en-US" sz="1300" dirty="0"/>
          </a:p>
        </p:txBody>
      </p:sp>
      <p:sp>
        <p:nvSpPr>
          <p:cNvPr id="34" name="Value 2"/>
          <p:cNvSpPr>
            <a:spLocks noGrp="1"/>
          </p:cNvSpPr>
          <p:nvPr>
            <p:ph type="body" idx="132" hasCustomPrompt="1"/>
          </p:nvPr>
        </p:nvSpPr>
        <p:spPr>
          <a:xfrm>
            <a:off x="4367174" y="5120640"/>
            <a:ext cx="3458261" cy="777240"/>
          </a:xfrm>
          <a:prstGeom prst="roundRect">
            <a:avLst>
              <a:gd name="adj" fmla="val 11764"/>
            </a:avLst>
          </a:prstGeom>
          <a:solidFill>
            <a:srgbClr val="060E1D"/>
          </a:solidFill>
          <a:ln>
            <a:noFill/>
          </a:ln>
        </p:spPr>
        <p:txBody>
          <a:bodyPr wrap="square" lIns="177800" tIns="76200" rIns="177800" bIns="76200" rtlCol="0" anchor="ctr"/>
          <a:lstStyle>
            <a:lvl1pPr marL="0" indent="0" algn="l">
              <a:lnSpc>
                <a:spcPct val="80000"/>
              </a:lnSpc>
              <a:buNone/>
              <a:defRPr lang="en-US" sz="1400" dirty="0">
                <a:solidFill>
                  <a:srgbClr val="FFFFFF"/>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FFFFFF"/>
                </a:solidFill>
                <a:latin typeface="Aptos" pitchFamily="34" charset="0"/>
                <a:ea typeface="Aptos" pitchFamily="34" charset="-122"/>
                <a:cs typeface="Aptos" pitchFamily="34" charset="-120"/>
              </a:rPr>
              <a:t>Where IQM adds value</a:t>
            </a:r>
            <a:endParaRPr lang="en-US" sz="1400" dirty="0"/>
          </a:p>
        </p:txBody>
      </p:sp>
      <p:sp>
        <p:nvSpPr>
          <p:cNvPr id="35" name="Text 16"/>
          <p:cNvSpPr/>
          <p:nvPr/>
        </p:nvSpPr>
        <p:spPr>
          <a:xfrm>
            <a:off x="8117129" y="1719072"/>
            <a:ext cx="274320" cy="274320"/>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36" name="Text 17"/>
          <p:cNvSpPr/>
          <p:nvPr/>
        </p:nvSpPr>
        <p:spPr>
          <a:xfrm>
            <a:off x="8180222" y="1782166"/>
            <a:ext cx="148133" cy="148133"/>
          </a:xfrm>
          <a:prstGeom prst="ellipse">
            <a:avLst/>
          </a:prstGeom>
          <a:solidFill>
            <a:srgbClr val="69DED7"/>
          </a:solidFill>
          <a:ln/>
        </p:spPr>
        <p:txBody>
          <a:bodyPr wrap="square" lIns="0" tIns="0" rIns="0" bIns="0" rtlCol="0" anchor="ctr"/>
          <a:lstStyle/>
          <a:p>
            <a:pPr marL="0" indent="0" algn="ctr">
              <a:lnSpc>
                <a:spcPct val="80000"/>
              </a:lnSpc>
              <a:buNone/>
            </a:pPr>
            <a:endParaRPr lang="en-US" sz="1400" dirty="0"/>
          </a:p>
        </p:txBody>
      </p:sp>
      <p:sp>
        <p:nvSpPr>
          <p:cNvPr id="37" name="Column heading 3"/>
          <p:cNvSpPr>
            <a:spLocks noGrp="1"/>
          </p:cNvSpPr>
          <p:nvPr>
            <p:ph type="body" idx="135" hasCustomPrompt="1"/>
          </p:nvPr>
        </p:nvSpPr>
        <p:spPr>
          <a:xfrm>
            <a:off x="8510321" y="1691640"/>
            <a:ext cx="3046781" cy="329184"/>
          </a:xfrm>
          <a:prstGeom prst="rect">
            <a:avLst/>
          </a:prstGeom>
          <a:noFill/>
          <a:ln/>
        </p:spPr>
        <p:txBody>
          <a:bodyPr wrap="square" lIns="0" tIns="0" rIns="0" bIns="0" rtlCol="0" anchor="ctr"/>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Column heading</a:t>
            </a:r>
            <a:endParaRPr lang="en-US" sz="2000" dirty="0"/>
          </a:p>
        </p:txBody>
      </p:sp>
      <p:sp>
        <p:nvSpPr>
          <p:cNvPr id="38" name="Text 18"/>
          <p:cNvSpPr/>
          <p:nvPr/>
        </p:nvSpPr>
        <p:spPr>
          <a:xfrm>
            <a:off x="8098841" y="2148840"/>
            <a:ext cx="3458261" cy="886968"/>
          </a:xfrm>
          <a:prstGeom prst="roundRect">
            <a:avLst>
              <a:gd name="adj" fmla="val 10309"/>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39" name="Text 19"/>
          <p:cNvSpPr/>
          <p:nvPr/>
        </p:nvSpPr>
        <p:spPr>
          <a:xfrm>
            <a:off x="8281721" y="2395728"/>
            <a:ext cx="384048" cy="384048"/>
          </a:xfrm>
          <a:prstGeom prst="ellipse">
            <a:avLst/>
          </a:prstGeom>
          <a:solidFill>
            <a:srgbClr val="060E1D"/>
          </a:solidFill>
          <a:ln/>
        </p:spPr>
        <p:txBody>
          <a:bodyPr wrap="square" lIns="0" tIns="0" rIns="0" bIns="0" rtlCol="0" anchor="ctr"/>
          <a:lstStyle/>
          <a:p>
            <a:pPr marL="0" indent="0" algn="ctr">
              <a:lnSpc>
                <a:spcPct val="80000"/>
              </a:lnSpc>
              <a:buNone/>
            </a:pPr>
            <a:r>
              <a:rPr lang="en-US" sz="1400" dirty="0">
                <a:solidFill>
                  <a:srgbClr val="69DED7"/>
                </a:solidFill>
                <a:latin typeface="Aptos SemiBold" pitchFamily="34" charset="0"/>
                <a:ea typeface="Aptos SemiBold" pitchFamily="34" charset="-122"/>
                <a:cs typeface="Aptos SemiBold" pitchFamily="34" charset="-120"/>
              </a:rPr>
              <a:t>1</a:t>
            </a:r>
            <a:endParaRPr lang="en-US" sz="1400" dirty="0"/>
          </a:p>
        </p:txBody>
      </p:sp>
      <p:sp>
        <p:nvSpPr>
          <p:cNvPr id="40" name="Item heading 3.1"/>
          <p:cNvSpPr>
            <a:spLocks noGrp="1"/>
          </p:cNvSpPr>
          <p:nvPr>
            <p:ph type="body" idx="138" hasCustomPrompt="1"/>
          </p:nvPr>
        </p:nvSpPr>
        <p:spPr>
          <a:xfrm>
            <a:off x="8830361" y="2258568"/>
            <a:ext cx="2543861" cy="27432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600" dirty="0">
                <a:solidFill>
                  <a:srgbClr val="060E1D"/>
                </a:solidFill>
                <a:latin typeface="Aptos SemiBold" pitchFamily="34" charset="0"/>
                <a:ea typeface="Aptos SemiBold" pitchFamily="34" charset="-122"/>
                <a:cs typeface="Aptos SemiBold" pitchFamily="34" charset="-120"/>
              </a:rPr>
              <a:t>Item heading</a:t>
            </a:r>
            <a:endParaRPr lang="en-US" sz="1600" dirty="0"/>
          </a:p>
        </p:txBody>
      </p:sp>
      <p:sp>
        <p:nvSpPr>
          <p:cNvPr id="41" name="Item text 3.1"/>
          <p:cNvSpPr>
            <a:spLocks noGrp="1"/>
          </p:cNvSpPr>
          <p:nvPr>
            <p:ph type="body" idx="139" hasCustomPrompt="1"/>
          </p:nvPr>
        </p:nvSpPr>
        <p:spPr>
          <a:xfrm>
            <a:off x="8830361" y="2560320"/>
            <a:ext cx="2543861" cy="411480"/>
          </a:xfrm>
          <a:prstGeom prst="rect">
            <a:avLst/>
          </a:prstGeom>
          <a:noFill/>
          <a:ln/>
        </p:spPr>
        <p:txBody>
          <a:bodyPr wrap="square" lIns="0" tIns="0" rIns="0" bIns="0" rtlCol="0" anchor="t"/>
          <a:lstStyle>
            <a:lvl1pPr marL="0" indent="0" algn="l">
              <a:lnSpc>
                <a:spcPct val="80000"/>
              </a:lnSpc>
              <a:buNone/>
              <a:defRPr lang="en-US" sz="13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5B6472"/>
                </a:solidFill>
                <a:latin typeface="Aptos" pitchFamily="34" charset="0"/>
                <a:ea typeface="Aptos" pitchFamily="34" charset="-122"/>
                <a:cs typeface="Aptos" pitchFamily="34" charset="-120"/>
              </a:rPr>
              <a:t>Item detail</a:t>
            </a:r>
            <a:endParaRPr lang="en-US" sz="1300" dirty="0"/>
          </a:p>
        </p:txBody>
      </p:sp>
      <p:sp>
        <p:nvSpPr>
          <p:cNvPr id="42" name="Text 20"/>
          <p:cNvSpPr/>
          <p:nvPr/>
        </p:nvSpPr>
        <p:spPr>
          <a:xfrm>
            <a:off x="8098841" y="3127248"/>
            <a:ext cx="3458261" cy="886968"/>
          </a:xfrm>
          <a:prstGeom prst="roundRect">
            <a:avLst>
              <a:gd name="adj" fmla="val 10309"/>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43" name="Text 21"/>
          <p:cNvSpPr/>
          <p:nvPr/>
        </p:nvSpPr>
        <p:spPr>
          <a:xfrm>
            <a:off x="8281721" y="3374136"/>
            <a:ext cx="384048" cy="384048"/>
          </a:xfrm>
          <a:prstGeom prst="ellipse">
            <a:avLst/>
          </a:prstGeom>
          <a:solidFill>
            <a:srgbClr val="060E1D"/>
          </a:solidFill>
          <a:ln/>
        </p:spPr>
        <p:txBody>
          <a:bodyPr wrap="square" lIns="0" tIns="0" rIns="0" bIns="0" rtlCol="0" anchor="ctr"/>
          <a:lstStyle/>
          <a:p>
            <a:pPr marL="0" indent="0" algn="ctr">
              <a:lnSpc>
                <a:spcPct val="80000"/>
              </a:lnSpc>
              <a:buNone/>
            </a:pPr>
            <a:r>
              <a:rPr lang="en-US" sz="1400" dirty="0">
                <a:solidFill>
                  <a:srgbClr val="69DED7"/>
                </a:solidFill>
                <a:latin typeface="Aptos SemiBold" pitchFamily="34" charset="0"/>
                <a:ea typeface="Aptos SemiBold" pitchFamily="34" charset="-122"/>
                <a:cs typeface="Aptos SemiBold" pitchFamily="34" charset="-120"/>
              </a:rPr>
              <a:t>2</a:t>
            </a:r>
            <a:endParaRPr lang="en-US" sz="1400" dirty="0"/>
          </a:p>
        </p:txBody>
      </p:sp>
      <p:sp>
        <p:nvSpPr>
          <p:cNvPr id="44" name="Item heading 3.2"/>
          <p:cNvSpPr>
            <a:spLocks noGrp="1"/>
          </p:cNvSpPr>
          <p:nvPr>
            <p:ph type="body" idx="142" hasCustomPrompt="1"/>
          </p:nvPr>
        </p:nvSpPr>
        <p:spPr>
          <a:xfrm>
            <a:off x="8830361" y="3236976"/>
            <a:ext cx="2543861" cy="27432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600" dirty="0">
                <a:solidFill>
                  <a:srgbClr val="060E1D"/>
                </a:solidFill>
                <a:latin typeface="Aptos SemiBold" pitchFamily="34" charset="0"/>
                <a:ea typeface="Aptos SemiBold" pitchFamily="34" charset="-122"/>
                <a:cs typeface="Aptos SemiBold" pitchFamily="34" charset="-120"/>
              </a:rPr>
              <a:t>Item heading</a:t>
            </a:r>
            <a:endParaRPr lang="en-US" sz="1600" dirty="0"/>
          </a:p>
        </p:txBody>
      </p:sp>
      <p:sp>
        <p:nvSpPr>
          <p:cNvPr id="45" name="Item text 3.2"/>
          <p:cNvSpPr>
            <a:spLocks noGrp="1"/>
          </p:cNvSpPr>
          <p:nvPr>
            <p:ph type="body" idx="143" hasCustomPrompt="1"/>
          </p:nvPr>
        </p:nvSpPr>
        <p:spPr>
          <a:xfrm>
            <a:off x="8830361" y="3538728"/>
            <a:ext cx="2543861" cy="411480"/>
          </a:xfrm>
          <a:prstGeom prst="rect">
            <a:avLst/>
          </a:prstGeom>
          <a:noFill/>
          <a:ln/>
        </p:spPr>
        <p:txBody>
          <a:bodyPr wrap="square" lIns="0" tIns="0" rIns="0" bIns="0" rtlCol="0" anchor="t"/>
          <a:lstStyle>
            <a:lvl1pPr marL="0" indent="0" algn="l">
              <a:lnSpc>
                <a:spcPct val="80000"/>
              </a:lnSpc>
              <a:buNone/>
              <a:defRPr lang="en-US" sz="13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5B6472"/>
                </a:solidFill>
                <a:latin typeface="Aptos" pitchFamily="34" charset="0"/>
                <a:ea typeface="Aptos" pitchFamily="34" charset="-122"/>
                <a:cs typeface="Aptos" pitchFamily="34" charset="-120"/>
              </a:rPr>
              <a:t>Item detail</a:t>
            </a:r>
            <a:endParaRPr lang="en-US" sz="1300" dirty="0"/>
          </a:p>
        </p:txBody>
      </p:sp>
      <p:sp>
        <p:nvSpPr>
          <p:cNvPr id="46" name="Text 22"/>
          <p:cNvSpPr/>
          <p:nvPr/>
        </p:nvSpPr>
        <p:spPr>
          <a:xfrm>
            <a:off x="8098841" y="4105656"/>
            <a:ext cx="3458261" cy="886968"/>
          </a:xfrm>
          <a:prstGeom prst="roundRect">
            <a:avLst>
              <a:gd name="adj" fmla="val 10309"/>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47" name="Text 23"/>
          <p:cNvSpPr/>
          <p:nvPr/>
        </p:nvSpPr>
        <p:spPr>
          <a:xfrm>
            <a:off x="8281721" y="4352544"/>
            <a:ext cx="384048" cy="384048"/>
          </a:xfrm>
          <a:prstGeom prst="ellipse">
            <a:avLst/>
          </a:prstGeom>
          <a:solidFill>
            <a:srgbClr val="060E1D"/>
          </a:solidFill>
          <a:ln/>
        </p:spPr>
        <p:txBody>
          <a:bodyPr wrap="square" lIns="0" tIns="0" rIns="0" bIns="0" rtlCol="0" anchor="ctr"/>
          <a:lstStyle/>
          <a:p>
            <a:pPr marL="0" indent="0" algn="ctr">
              <a:lnSpc>
                <a:spcPct val="80000"/>
              </a:lnSpc>
              <a:buNone/>
            </a:pPr>
            <a:r>
              <a:rPr lang="en-US" sz="1400" dirty="0">
                <a:solidFill>
                  <a:srgbClr val="69DED7"/>
                </a:solidFill>
                <a:latin typeface="Aptos SemiBold" pitchFamily="34" charset="0"/>
                <a:ea typeface="Aptos SemiBold" pitchFamily="34" charset="-122"/>
                <a:cs typeface="Aptos SemiBold" pitchFamily="34" charset="-120"/>
              </a:rPr>
              <a:t>3</a:t>
            </a:r>
            <a:endParaRPr lang="en-US" sz="1400" dirty="0"/>
          </a:p>
        </p:txBody>
      </p:sp>
      <p:sp>
        <p:nvSpPr>
          <p:cNvPr id="48" name="Item heading 3.3"/>
          <p:cNvSpPr>
            <a:spLocks noGrp="1"/>
          </p:cNvSpPr>
          <p:nvPr>
            <p:ph type="body" idx="146" hasCustomPrompt="1"/>
          </p:nvPr>
        </p:nvSpPr>
        <p:spPr>
          <a:xfrm>
            <a:off x="8830361" y="4215384"/>
            <a:ext cx="2543861" cy="27432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600" dirty="0">
                <a:solidFill>
                  <a:srgbClr val="060E1D"/>
                </a:solidFill>
                <a:latin typeface="Aptos SemiBold" pitchFamily="34" charset="0"/>
                <a:ea typeface="Aptos SemiBold" pitchFamily="34" charset="-122"/>
                <a:cs typeface="Aptos SemiBold" pitchFamily="34" charset="-120"/>
              </a:rPr>
              <a:t>Item heading</a:t>
            </a:r>
            <a:endParaRPr lang="en-US" sz="1600" dirty="0"/>
          </a:p>
        </p:txBody>
      </p:sp>
      <p:sp>
        <p:nvSpPr>
          <p:cNvPr id="49" name="Item text 3.3"/>
          <p:cNvSpPr>
            <a:spLocks noGrp="1"/>
          </p:cNvSpPr>
          <p:nvPr>
            <p:ph type="body" idx="147" hasCustomPrompt="1"/>
          </p:nvPr>
        </p:nvSpPr>
        <p:spPr>
          <a:xfrm>
            <a:off x="8830361" y="4517136"/>
            <a:ext cx="2543861" cy="411480"/>
          </a:xfrm>
          <a:prstGeom prst="rect">
            <a:avLst/>
          </a:prstGeom>
          <a:noFill/>
          <a:ln/>
        </p:spPr>
        <p:txBody>
          <a:bodyPr wrap="square" lIns="0" tIns="0" rIns="0" bIns="0" rtlCol="0" anchor="t"/>
          <a:lstStyle>
            <a:lvl1pPr marL="0" indent="0" algn="l">
              <a:lnSpc>
                <a:spcPct val="80000"/>
              </a:lnSpc>
              <a:buNone/>
              <a:defRPr lang="en-US" sz="13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5B6472"/>
                </a:solidFill>
                <a:latin typeface="Aptos" pitchFamily="34" charset="0"/>
                <a:ea typeface="Aptos" pitchFamily="34" charset="-122"/>
                <a:cs typeface="Aptos" pitchFamily="34" charset="-120"/>
              </a:rPr>
              <a:t>Item detail</a:t>
            </a:r>
            <a:endParaRPr lang="en-US" sz="1300" dirty="0"/>
          </a:p>
        </p:txBody>
      </p:sp>
      <p:sp>
        <p:nvSpPr>
          <p:cNvPr id="50" name="Value 3"/>
          <p:cNvSpPr>
            <a:spLocks noGrp="1"/>
          </p:cNvSpPr>
          <p:nvPr>
            <p:ph type="body" idx="148" hasCustomPrompt="1"/>
          </p:nvPr>
        </p:nvSpPr>
        <p:spPr>
          <a:xfrm>
            <a:off x="8098841" y="5120640"/>
            <a:ext cx="3458261" cy="777240"/>
          </a:xfrm>
          <a:prstGeom prst="roundRect">
            <a:avLst>
              <a:gd name="adj" fmla="val 11764"/>
            </a:avLst>
          </a:prstGeom>
          <a:solidFill>
            <a:srgbClr val="060E1D"/>
          </a:solidFill>
          <a:ln>
            <a:noFill/>
          </a:ln>
        </p:spPr>
        <p:txBody>
          <a:bodyPr wrap="square" lIns="177800" tIns="76200" rIns="177800" bIns="76200" rtlCol="0" anchor="ctr"/>
          <a:lstStyle>
            <a:lvl1pPr marL="0" indent="0" algn="l">
              <a:lnSpc>
                <a:spcPct val="80000"/>
              </a:lnSpc>
              <a:buNone/>
              <a:defRPr lang="en-US" sz="1400" dirty="0">
                <a:solidFill>
                  <a:srgbClr val="FFFFFF"/>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FFFFFF"/>
                </a:solidFill>
                <a:latin typeface="Aptos" pitchFamily="34" charset="0"/>
                <a:ea typeface="Aptos" pitchFamily="34" charset="-122"/>
                <a:cs typeface="Aptos" pitchFamily="34" charset="-120"/>
              </a:rPr>
              <a:t>Where IQM adds value</a:t>
            </a:r>
            <a:endParaRPr lang="en-US" sz="1400" dirty="0"/>
          </a:p>
        </p:txBody>
      </p:sp>
      <p:pic>
        <p:nvPicPr>
          <p:cNvPr id="51"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52" name="Text 24"/>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53" name="Source"/>
          <p:cNvSpPr>
            <a:spLocks noGrp="1"/>
          </p:cNvSpPr>
          <p:nvPr>
            <p:ph type="body" idx="151"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54"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meline · halo dots">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Shape 0"/>
          <p:cNvSpPr/>
          <p:nvPr/>
        </p:nvSpPr>
        <p:spPr>
          <a:xfrm>
            <a:off x="634594" y="2057400"/>
            <a:ext cx="10922508" cy="0"/>
          </a:xfrm>
          <a:prstGeom prst="line">
            <a:avLst/>
          </a:prstGeom>
          <a:noFill/>
          <a:ln w="9525">
            <a:solidFill>
              <a:srgbClr val="C9CED6"/>
            </a:solidFill>
            <a:prstDash val="solid"/>
          </a:ln>
        </p:spPr>
        <p:txBody>
          <a:bodyPr/>
          <a:lstStyle/>
          <a:p>
            <a:endParaRPr lang="en-US"/>
          </a:p>
        </p:txBody>
      </p:sp>
      <p:sp>
        <p:nvSpPr>
          <p:cNvPr id="4" name="Text 1"/>
          <p:cNvSpPr/>
          <p:nvPr/>
        </p:nvSpPr>
        <p:spPr>
          <a:xfrm>
            <a:off x="634594" y="1856232"/>
            <a:ext cx="402336" cy="402336"/>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5" name="Text 2"/>
          <p:cNvSpPr/>
          <p:nvPr/>
        </p:nvSpPr>
        <p:spPr>
          <a:xfrm>
            <a:off x="727131" y="1948769"/>
            <a:ext cx="217261" cy="217261"/>
          </a:xfrm>
          <a:prstGeom prst="ellipse">
            <a:avLst/>
          </a:prstGeom>
          <a:solidFill>
            <a:srgbClr val="69DED7"/>
          </a:solidFill>
          <a:ln/>
        </p:spPr>
        <p:txBody>
          <a:bodyPr wrap="square" lIns="0" tIns="0" rIns="0" bIns="0" rtlCol="0" anchor="ctr"/>
          <a:lstStyle/>
          <a:p>
            <a:pPr marL="0" indent="0" algn="ctr">
              <a:lnSpc>
                <a:spcPct val="80000"/>
              </a:lnSpc>
              <a:buNone/>
            </a:pPr>
            <a:endParaRPr lang="en-US" sz="1400" dirty="0"/>
          </a:p>
        </p:txBody>
      </p:sp>
      <p:sp>
        <p:nvSpPr>
          <p:cNvPr id="6" name="Year 1"/>
          <p:cNvSpPr>
            <a:spLocks noGrp="1"/>
          </p:cNvSpPr>
          <p:nvPr>
            <p:ph type="body" idx="104" hasCustomPrompt="1"/>
          </p:nvPr>
        </p:nvSpPr>
        <p:spPr>
          <a:xfrm>
            <a:off x="634594" y="2468880"/>
            <a:ext cx="1955902" cy="594360"/>
          </a:xfrm>
          <a:prstGeom prst="rect">
            <a:avLst/>
          </a:prstGeom>
          <a:noFill/>
          <a:ln/>
        </p:spPr>
        <p:txBody>
          <a:bodyPr wrap="square" lIns="0" tIns="0" rIns="0" bIns="0" rtlCol="0" anchor="t"/>
          <a:lstStyle>
            <a:lvl1pPr marL="0" indent="0" algn="l">
              <a:lnSpc>
                <a:spcPct val="80000"/>
              </a:lnSpc>
              <a:buNone/>
              <a:def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Year</a:t>
            </a:r>
            <a:endParaRPr lang="en-US" sz="3600" dirty="0"/>
          </a:p>
        </p:txBody>
      </p:sp>
      <p:sp>
        <p:nvSpPr>
          <p:cNvPr id="7" name="Milestone 1"/>
          <p:cNvSpPr>
            <a:spLocks noGrp="1"/>
          </p:cNvSpPr>
          <p:nvPr>
            <p:ph type="body" idx="105" hasCustomPrompt="1"/>
          </p:nvPr>
        </p:nvSpPr>
        <p:spPr>
          <a:xfrm>
            <a:off x="634594" y="3154680"/>
            <a:ext cx="1955902" cy="64008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Milestone</a:t>
            </a:r>
            <a:endParaRPr lang="en-US" sz="2000" dirty="0"/>
          </a:p>
        </p:txBody>
      </p:sp>
      <p:sp>
        <p:nvSpPr>
          <p:cNvPr id="8" name="Milestone text 1"/>
          <p:cNvSpPr>
            <a:spLocks noGrp="1"/>
          </p:cNvSpPr>
          <p:nvPr>
            <p:ph type="body" idx="106" hasCustomPrompt="1"/>
          </p:nvPr>
        </p:nvSpPr>
        <p:spPr>
          <a:xfrm>
            <a:off x="634594" y="3886200"/>
            <a:ext cx="1955902" cy="1920240"/>
          </a:xfrm>
          <a:prstGeom prst="rect">
            <a:avLst/>
          </a:prstGeom>
          <a:noFill/>
          <a:ln/>
        </p:spPr>
        <p:txBody>
          <a:bodyPr wrap="square" lIns="0" tIns="0" rIns="0" bIns="0" rtlCol="0" anchor="t"/>
          <a:lstStyle>
            <a:lvl1pPr marL="0" indent="0" algn="l">
              <a:lnSpc>
                <a:spcPct val="80000"/>
              </a:lnSpc>
              <a:buNone/>
              <a:defRPr lang="en-US" sz="15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500" dirty="0">
                <a:solidFill>
                  <a:srgbClr val="5B6472"/>
                </a:solidFill>
                <a:latin typeface="Aptos" pitchFamily="34" charset="0"/>
                <a:ea typeface="Aptos" pitchFamily="34" charset="-122"/>
                <a:cs typeface="Aptos" pitchFamily="34" charset="-120"/>
              </a:rPr>
              <a:t>Detail, 15pt</a:t>
            </a:r>
            <a:endParaRPr lang="en-US" sz="1500" dirty="0"/>
          </a:p>
        </p:txBody>
      </p:sp>
      <p:sp>
        <p:nvSpPr>
          <p:cNvPr id="9" name="Text 3"/>
          <p:cNvSpPr/>
          <p:nvPr/>
        </p:nvSpPr>
        <p:spPr>
          <a:xfrm>
            <a:off x="2819095" y="1856232"/>
            <a:ext cx="402336" cy="402336"/>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10" name="Text 4"/>
          <p:cNvSpPr/>
          <p:nvPr/>
        </p:nvSpPr>
        <p:spPr>
          <a:xfrm>
            <a:off x="2911632" y="1948769"/>
            <a:ext cx="217261" cy="217261"/>
          </a:xfrm>
          <a:prstGeom prst="ellipse">
            <a:avLst/>
          </a:prstGeom>
          <a:solidFill>
            <a:srgbClr val="69DED7"/>
          </a:solidFill>
          <a:ln/>
        </p:spPr>
        <p:txBody>
          <a:bodyPr wrap="square" lIns="0" tIns="0" rIns="0" bIns="0" rtlCol="0" anchor="ctr"/>
          <a:lstStyle/>
          <a:p>
            <a:pPr marL="0" indent="0" algn="ctr">
              <a:lnSpc>
                <a:spcPct val="80000"/>
              </a:lnSpc>
              <a:buNone/>
            </a:pPr>
            <a:endParaRPr lang="en-US" sz="1400" dirty="0"/>
          </a:p>
        </p:txBody>
      </p:sp>
      <p:sp>
        <p:nvSpPr>
          <p:cNvPr id="11" name="Year 2"/>
          <p:cNvSpPr>
            <a:spLocks noGrp="1"/>
          </p:cNvSpPr>
          <p:nvPr>
            <p:ph type="body" idx="109" hasCustomPrompt="1"/>
          </p:nvPr>
        </p:nvSpPr>
        <p:spPr>
          <a:xfrm>
            <a:off x="2819095" y="2468880"/>
            <a:ext cx="1955902" cy="594360"/>
          </a:xfrm>
          <a:prstGeom prst="rect">
            <a:avLst/>
          </a:prstGeom>
          <a:noFill/>
          <a:ln/>
        </p:spPr>
        <p:txBody>
          <a:bodyPr wrap="square" lIns="0" tIns="0" rIns="0" bIns="0" rtlCol="0" anchor="t"/>
          <a:lstStyle>
            <a:lvl1pPr marL="0" indent="0" algn="l">
              <a:lnSpc>
                <a:spcPct val="80000"/>
              </a:lnSpc>
              <a:buNone/>
              <a:def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Year</a:t>
            </a:r>
            <a:endParaRPr lang="en-US" sz="3600" dirty="0"/>
          </a:p>
        </p:txBody>
      </p:sp>
      <p:sp>
        <p:nvSpPr>
          <p:cNvPr id="12" name="Milestone 2"/>
          <p:cNvSpPr>
            <a:spLocks noGrp="1"/>
          </p:cNvSpPr>
          <p:nvPr>
            <p:ph type="body" idx="110" hasCustomPrompt="1"/>
          </p:nvPr>
        </p:nvSpPr>
        <p:spPr>
          <a:xfrm>
            <a:off x="2819095" y="3154680"/>
            <a:ext cx="1955902" cy="64008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Milestone</a:t>
            </a:r>
            <a:endParaRPr lang="en-US" sz="2000" dirty="0"/>
          </a:p>
        </p:txBody>
      </p:sp>
      <p:sp>
        <p:nvSpPr>
          <p:cNvPr id="13" name="Milestone text 2"/>
          <p:cNvSpPr>
            <a:spLocks noGrp="1"/>
          </p:cNvSpPr>
          <p:nvPr>
            <p:ph type="body" idx="111" hasCustomPrompt="1"/>
          </p:nvPr>
        </p:nvSpPr>
        <p:spPr>
          <a:xfrm>
            <a:off x="2819095" y="3886200"/>
            <a:ext cx="1955902" cy="1920240"/>
          </a:xfrm>
          <a:prstGeom prst="rect">
            <a:avLst/>
          </a:prstGeom>
          <a:noFill/>
          <a:ln/>
        </p:spPr>
        <p:txBody>
          <a:bodyPr wrap="square" lIns="0" tIns="0" rIns="0" bIns="0" rtlCol="0" anchor="t"/>
          <a:lstStyle>
            <a:lvl1pPr marL="0" indent="0" algn="l">
              <a:lnSpc>
                <a:spcPct val="80000"/>
              </a:lnSpc>
              <a:buNone/>
              <a:defRPr lang="en-US" sz="15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500" dirty="0">
                <a:solidFill>
                  <a:srgbClr val="5B6472"/>
                </a:solidFill>
                <a:latin typeface="Aptos" pitchFamily="34" charset="0"/>
                <a:ea typeface="Aptos" pitchFamily="34" charset="-122"/>
                <a:cs typeface="Aptos" pitchFamily="34" charset="-120"/>
              </a:rPr>
              <a:t>Detail, 15pt</a:t>
            </a:r>
            <a:endParaRPr lang="en-US" sz="1500" dirty="0"/>
          </a:p>
        </p:txBody>
      </p:sp>
      <p:sp>
        <p:nvSpPr>
          <p:cNvPr id="14" name="Text 5"/>
          <p:cNvSpPr/>
          <p:nvPr/>
        </p:nvSpPr>
        <p:spPr>
          <a:xfrm>
            <a:off x="5003597" y="1856232"/>
            <a:ext cx="402336" cy="402336"/>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15" name="Text 6"/>
          <p:cNvSpPr/>
          <p:nvPr/>
        </p:nvSpPr>
        <p:spPr>
          <a:xfrm>
            <a:off x="5096134" y="1948769"/>
            <a:ext cx="217261" cy="217261"/>
          </a:xfrm>
          <a:prstGeom prst="ellipse">
            <a:avLst/>
          </a:prstGeom>
          <a:solidFill>
            <a:srgbClr val="69DED7"/>
          </a:solidFill>
          <a:ln/>
        </p:spPr>
        <p:txBody>
          <a:bodyPr wrap="square" lIns="0" tIns="0" rIns="0" bIns="0" rtlCol="0" anchor="ctr"/>
          <a:lstStyle/>
          <a:p>
            <a:pPr marL="0" indent="0" algn="ctr">
              <a:lnSpc>
                <a:spcPct val="80000"/>
              </a:lnSpc>
              <a:buNone/>
            </a:pPr>
            <a:endParaRPr lang="en-US" sz="1400" dirty="0"/>
          </a:p>
        </p:txBody>
      </p:sp>
      <p:sp>
        <p:nvSpPr>
          <p:cNvPr id="16" name="Year 3"/>
          <p:cNvSpPr>
            <a:spLocks noGrp="1"/>
          </p:cNvSpPr>
          <p:nvPr>
            <p:ph type="body" idx="114" hasCustomPrompt="1"/>
          </p:nvPr>
        </p:nvSpPr>
        <p:spPr>
          <a:xfrm>
            <a:off x="5003597" y="2468880"/>
            <a:ext cx="1955902" cy="594360"/>
          </a:xfrm>
          <a:prstGeom prst="rect">
            <a:avLst/>
          </a:prstGeom>
          <a:noFill/>
          <a:ln/>
        </p:spPr>
        <p:txBody>
          <a:bodyPr wrap="square" lIns="0" tIns="0" rIns="0" bIns="0" rtlCol="0" anchor="t"/>
          <a:lstStyle>
            <a:lvl1pPr marL="0" indent="0" algn="l">
              <a:lnSpc>
                <a:spcPct val="80000"/>
              </a:lnSpc>
              <a:buNone/>
              <a:def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Year</a:t>
            </a:r>
            <a:endParaRPr lang="en-US" sz="3600" dirty="0"/>
          </a:p>
        </p:txBody>
      </p:sp>
      <p:sp>
        <p:nvSpPr>
          <p:cNvPr id="17" name="Milestone 3"/>
          <p:cNvSpPr>
            <a:spLocks noGrp="1"/>
          </p:cNvSpPr>
          <p:nvPr>
            <p:ph type="body" idx="115" hasCustomPrompt="1"/>
          </p:nvPr>
        </p:nvSpPr>
        <p:spPr>
          <a:xfrm>
            <a:off x="5003597" y="3154680"/>
            <a:ext cx="1955902" cy="64008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Milestone</a:t>
            </a:r>
            <a:endParaRPr lang="en-US" sz="2000" dirty="0"/>
          </a:p>
        </p:txBody>
      </p:sp>
      <p:sp>
        <p:nvSpPr>
          <p:cNvPr id="18" name="Milestone text 3"/>
          <p:cNvSpPr>
            <a:spLocks noGrp="1"/>
          </p:cNvSpPr>
          <p:nvPr>
            <p:ph type="body" idx="116" hasCustomPrompt="1"/>
          </p:nvPr>
        </p:nvSpPr>
        <p:spPr>
          <a:xfrm>
            <a:off x="5003597" y="3886200"/>
            <a:ext cx="1955902" cy="1920240"/>
          </a:xfrm>
          <a:prstGeom prst="rect">
            <a:avLst/>
          </a:prstGeom>
          <a:noFill/>
          <a:ln/>
        </p:spPr>
        <p:txBody>
          <a:bodyPr wrap="square" lIns="0" tIns="0" rIns="0" bIns="0" rtlCol="0" anchor="t"/>
          <a:lstStyle>
            <a:lvl1pPr marL="0" indent="0" algn="l">
              <a:lnSpc>
                <a:spcPct val="80000"/>
              </a:lnSpc>
              <a:buNone/>
              <a:defRPr lang="en-US" sz="15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500" dirty="0">
                <a:solidFill>
                  <a:srgbClr val="5B6472"/>
                </a:solidFill>
                <a:latin typeface="Aptos" pitchFamily="34" charset="0"/>
                <a:ea typeface="Aptos" pitchFamily="34" charset="-122"/>
                <a:cs typeface="Aptos" pitchFamily="34" charset="-120"/>
              </a:rPr>
              <a:t>Detail, 15pt</a:t>
            </a:r>
            <a:endParaRPr lang="en-US" sz="1500" dirty="0"/>
          </a:p>
        </p:txBody>
      </p:sp>
      <p:sp>
        <p:nvSpPr>
          <p:cNvPr id="19" name="Text 7"/>
          <p:cNvSpPr/>
          <p:nvPr/>
        </p:nvSpPr>
        <p:spPr>
          <a:xfrm>
            <a:off x="7188098" y="1856232"/>
            <a:ext cx="402336" cy="402336"/>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20" name="Text 8"/>
          <p:cNvSpPr/>
          <p:nvPr/>
        </p:nvSpPr>
        <p:spPr>
          <a:xfrm>
            <a:off x="7280636" y="1948769"/>
            <a:ext cx="217261" cy="217261"/>
          </a:xfrm>
          <a:prstGeom prst="ellipse">
            <a:avLst/>
          </a:prstGeom>
          <a:solidFill>
            <a:srgbClr val="69DED7"/>
          </a:solidFill>
          <a:ln/>
        </p:spPr>
        <p:txBody>
          <a:bodyPr wrap="square" lIns="0" tIns="0" rIns="0" bIns="0" rtlCol="0" anchor="ctr"/>
          <a:lstStyle/>
          <a:p>
            <a:pPr marL="0" indent="0" algn="ctr">
              <a:lnSpc>
                <a:spcPct val="80000"/>
              </a:lnSpc>
              <a:buNone/>
            </a:pPr>
            <a:endParaRPr lang="en-US" sz="1400" dirty="0"/>
          </a:p>
        </p:txBody>
      </p:sp>
      <p:sp>
        <p:nvSpPr>
          <p:cNvPr id="21" name="Year 4"/>
          <p:cNvSpPr>
            <a:spLocks noGrp="1"/>
          </p:cNvSpPr>
          <p:nvPr>
            <p:ph type="body" idx="119" hasCustomPrompt="1"/>
          </p:nvPr>
        </p:nvSpPr>
        <p:spPr>
          <a:xfrm>
            <a:off x="7188098" y="2468880"/>
            <a:ext cx="1955902" cy="594360"/>
          </a:xfrm>
          <a:prstGeom prst="rect">
            <a:avLst/>
          </a:prstGeom>
          <a:noFill/>
          <a:ln/>
        </p:spPr>
        <p:txBody>
          <a:bodyPr wrap="square" lIns="0" tIns="0" rIns="0" bIns="0" rtlCol="0" anchor="t"/>
          <a:lstStyle>
            <a:lvl1pPr marL="0" indent="0" algn="l">
              <a:lnSpc>
                <a:spcPct val="80000"/>
              </a:lnSpc>
              <a:buNone/>
              <a:def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Year</a:t>
            </a:r>
            <a:endParaRPr lang="en-US" sz="3600" dirty="0"/>
          </a:p>
        </p:txBody>
      </p:sp>
      <p:sp>
        <p:nvSpPr>
          <p:cNvPr id="22" name="Milestone 4"/>
          <p:cNvSpPr>
            <a:spLocks noGrp="1"/>
          </p:cNvSpPr>
          <p:nvPr>
            <p:ph type="body" idx="120" hasCustomPrompt="1"/>
          </p:nvPr>
        </p:nvSpPr>
        <p:spPr>
          <a:xfrm>
            <a:off x="7188098" y="3154680"/>
            <a:ext cx="1955902" cy="64008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Milestone</a:t>
            </a:r>
            <a:endParaRPr lang="en-US" sz="2000" dirty="0"/>
          </a:p>
        </p:txBody>
      </p:sp>
      <p:sp>
        <p:nvSpPr>
          <p:cNvPr id="23" name="Milestone text 4"/>
          <p:cNvSpPr>
            <a:spLocks noGrp="1"/>
          </p:cNvSpPr>
          <p:nvPr>
            <p:ph type="body" idx="121" hasCustomPrompt="1"/>
          </p:nvPr>
        </p:nvSpPr>
        <p:spPr>
          <a:xfrm>
            <a:off x="7188098" y="3886200"/>
            <a:ext cx="1955902" cy="1920240"/>
          </a:xfrm>
          <a:prstGeom prst="rect">
            <a:avLst/>
          </a:prstGeom>
          <a:noFill/>
          <a:ln/>
        </p:spPr>
        <p:txBody>
          <a:bodyPr wrap="square" lIns="0" tIns="0" rIns="0" bIns="0" rtlCol="0" anchor="t"/>
          <a:lstStyle>
            <a:lvl1pPr marL="0" indent="0" algn="l">
              <a:lnSpc>
                <a:spcPct val="80000"/>
              </a:lnSpc>
              <a:buNone/>
              <a:defRPr lang="en-US" sz="15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500" dirty="0">
                <a:solidFill>
                  <a:srgbClr val="5B6472"/>
                </a:solidFill>
                <a:latin typeface="Aptos" pitchFamily="34" charset="0"/>
                <a:ea typeface="Aptos" pitchFamily="34" charset="-122"/>
                <a:cs typeface="Aptos" pitchFamily="34" charset="-120"/>
              </a:rPr>
              <a:t>Detail, 15pt</a:t>
            </a:r>
            <a:endParaRPr lang="en-US" sz="1500" dirty="0"/>
          </a:p>
        </p:txBody>
      </p:sp>
      <p:pic>
        <p:nvPicPr>
          <p:cNvPr id="24" name="Image 0" descr="assets/w_halo_dashed.png"/>
          <p:cNvPicPr>
            <a:picLocks noChangeAspect="1"/>
          </p:cNvPicPr>
          <p:nvPr/>
        </p:nvPicPr>
        <p:blipFill>
          <a:blip r:embed="rId2"/>
          <a:stretch>
            <a:fillRect/>
          </a:stretch>
        </p:blipFill>
        <p:spPr>
          <a:xfrm>
            <a:off x="9372600" y="1856232"/>
            <a:ext cx="402336" cy="402336"/>
          </a:xfrm>
          <a:prstGeom prst="rect">
            <a:avLst/>
          </a:prstGeom>
        </p:spPr>
      </p:pic>
      <p:sp>
        <p:nvSpPr>
          <p:cNvPr id="25" name="Year 5"/>
          <p:cNvSpPr>
            <a:spLocks noGrp="1"/>
          </p:cNvSpPr>
          <p:nvPr>
            <p:ph type="body" idx="123" hasCustomPrompt="1"/>
          </p:nvPr>
        </p:nvSpPr>
        <p:spPr>
          <a:xfrm>
            <a:off x="9372600" y="2468880"/>
            <a:ext cx="1955902" cy="594360"/>
          </a:xfrm>
          <a:prstGeom prst="rect">
            <a:avLst/>
          </a:prstGeom>
          <a:noFill/>
          <a:ln/>
        </p:spPr>
        <p:txBody>
          <a:bodyPr wrap="square" lIns="0" tIns="0" rIns="0" bIns="0" rtlCol="0" anchor="t"/>
          <a:lstStyle>
            <a:lvl1pPr marL="0" indent="0" algn="l">
              <a:lnSpc>
                <a:spcPct val="80000"/>
              </a:lnSpc>
              <a:buNone/>
              <a:def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Year</a:t>
            </a:r>
            <a:endParaRPr lang="en-US" sz="3600" dirty="0"/>
          </a:p>
        </p:txBody>
      </p:sp>
      <p:sp>
        <p:nvSpPr>
          <p:cNvPr id="26" name="Milestone 5"/>
          <p:cNvSpPr>
            <a:spLocks noGrp="1"/>
          </p:cNvSpPr>
          <p:nvPr>
            <p:ph type="body" idx="124" hasCustomPrompt="1"/>
          </p:nvPr>
        </p:nvSpPr>
        <p:spPr>
          <a:xfrm>
            <a:off x="9372600" y="3154680"/>
            <a:ext cx="1955902" cy="64008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Milestone</a:t>
            </a:r>
            <a:endParaRPr lang="en-US" sz="2000" dirty="0"/>
          </a:p>
        </p:txBody>
      </p:sp>
      <p:sp>
        <p:nvSpPr>
          <p:cNvPr id="27" name="Milestone text 5"/>
          <p:cNvSpPr>
            <a:spLocks noGrp="1"/>
          </p:cNvSpPr>
          <p:nvPr>
            <p:ph type="body" idx="125" hasCustomPrompt="1"/>
          </p:nvPr>
        </p:nvSpPr>
        <p:spPr>
          <a:xfrm>
            <a:off x="9372600" y="3886200"/>
            <a:ext cx="1955902" cy="1920240"/>
          </a:xfrm>
          <a:prstGeom prst="rect">
            <a:avLst/>
          </a:prstGeom>
          <a:noFill/>
          <a:ln/>
        </p:spPr>
        <p:txBody>
          <a:bodyPr wrap="square" lIns="0" tIns="0" rIns="0" bIns="0" rtlCol="0" anchor="t"/>
          <a:lstStyle>
            <a:lvl1pPr marL="0" indent="0" algn="l">
              <a:lnSpc>
                <a:spcPct val="80000"/>
              </a:lnSpc>
              <a:buNone/>
              <a:defRPr lang="en-US" sz="15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500" dirty="0">
                <a:solidFill>
                  <a:srgbClr val="5B6472"/>
                </a:solidFill>
                <a:latin typeface="Aptos" pitchFamily="34" charset="0"/>
                <a:ea typeface="Aptos" pitchFamily="34" charset="-122"/>
                <a:cs typeface="Aptos" pitchFamily="34" charset="-120"/>
              </a:rPr>
              <a:t>Detail, 15pt</a:t>
            </a:r>
            <a:endParaRPr lang="en-US" sz="1500" dirty="0"/>
          </a:p>
        </p:txBody>
      </p:sp>
      <p:pic>
        <p:nvPicPr>
          <p:cNvPr id="28" name="Image 1" descr="assets/logo_dark.png"/>
          <p:cNvPicPr>
            <a:picLocks noChangeAspect="1"/>
          </p:cNvPicPr>
          <p:nvPr/>
        </p:nvPicPr>
        <p:blipFill>
          <a:blip r:embed="rId3"/>
          <a:stretch>
            <a:fillRect/>
          </a:stretch>
        </p:blipFill>
        <p:spPr>
          <a:xfrm>
            <a:off x="634594" y="6233465"/>
            <a:ext cx="636422" cy="225857"/>
          </a:xfrm>
          <a:prstGeom prst="rect">
            <a:avLst/>
          </a:prstGeom>
        </p:spPr>
      </p:pic>
      <p:sp>
        <p:nvSpPr>
          <p:cNvPr id="29" name="Text 9"/>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30" name="Source"/>
          <p:cNvSpPr>
            <a:spLocks noGrp="1"/>
          </p:cNvSpPr>
          <p:nvPr>
            <p:ph type="body" idx="128"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31"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rocess · four steps">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Shape 0"/>
          <p:cNvSpPr/>
          <p:nvPr/>
        </p:nvSpPr>
        <p:spPr>
          <a:xfrm>
            <a:off x="634594" y="1965960"/>
            <a:ext cx="10922508" cy="0"/>
          </a:xfrm>
          <a:prstGeom prst="line">
            <a:avLst/>
          </a:prstGeom>
          <a:noFill/>
          <a:ln w="9525">
            <a:solidFill>
              <a:srgbClr val="C9CED6"/>
            </a:solidFill>
            <a:prstDash val="solid"/>
          </a:ln>
        </p:spPr>
        <p:txBody>
          <a:bodyPr/>
          <a:lstStyle/>
          <a:p>
            <a:endParaRPr lang="en-US"/>
          </a:p>
        </p:txBody>
      </p:sp>
      <p:sp>
        <p:nvSpPr>
          <p:cNvPr id="4" name="Text 1"/>
          <p:cNvSpPr/>
          <p:nvPr/>
        </p:nvSpPr>
        <p:spPr>
          <a:xfrm>
            <a:off x="634594" y="1810512"/>
            <a:ext cx="310896" cy="310896"/>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5" name="Text 2"/>
          <p:cNvSpPr/>
          <p:nvPr/>
        </p:nvSpPr>
        <p:spPr>
          <a:xfrm>
            <a:off x="706100" y="1882018"/>
            <a:ext cx="167884" cy="167884"/>
          </a:xfrm>
          <a:prstGeom prst="ellipse">
            <a:avLst/>
          </a:prstGeom>
          <a:solidFill>
            <a:srgbClr val="69DED7"/>
          </a:solidFill>
          <a:ln/>
        </p:spPr>
        <p:txBody>
          <a:bodyPr wrap="square" lIns="0" tIns="0" rIns="0" bIns="0" rtlCol="0" anchor="ctr"/>
          <a:lstStyle/>
          <a:p>
            <a:pPr marL="0" indent="0" algn="ctr">
              <a:lnSpc>
                <a:spcPct val="80000"/>
              </a:lnSpc>
              <a:buNone/>
            </a:pPr>
            <a:endParaRPr lang="en-US" sz="1400" dirty="0"/>
          </a:p>
        </p:txBody>
      </p:sp>
      <p:sp>
        <p:nvSpPr>
          <p:cNvPr id="6" name="Step label 1"/>
          <p:cNvSpPr>
            <a:spLocks noGrp="1"/>
          </p:cNvSpPr>
          <p:nvPr>
            <p:ph type="body" idx="104" hasCustomPrompt="1"/>
          </p:nvPr>
        </p:nvSpPr>
        <p:spPr>
          <a:xfrm>
            <a:off x="634594" y="2331720"/>
            <a:ext cx="2410358" cy="457200"/>
          </a:xfrm>
          <a:prstGeom prst="rect">
            <a:avLst/>
          </a:prstGeom>
          <a:noFill/>
          <a:ln/>
        </p:spPr>
        <p:txBody>
          <a:bodyPr wrap="square" lIns="0" tIns="0" rIns="0" bIns="0" rtlCol="0" anchor="t"/>
          <a:lstStyle>
            <a:lvl1pPr marL="0" indent="0" algn="l">
              <a:lnSpc>
                <a:spcPct val="80000"/>
              </a:lnSpc>
              <a:buNone/>
              <a:defRPr lang="en-US" sz="28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28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Step / date</a:t>
            </a:r>
            <a:endParaRPr lang="en-US" sz="2800" dirty="0"/>
          </a:p>
        </p:txBody>
      </p:sp>
      <p:sp>
        <p:nvSpPr>
          <p:cNvPr id="7" name="Step heading 1"/>
          <p:cNvSpPr>
            <a:spLocks noGrp="1"/>
          </p:cNvSpPr>
          <p:nvPr>
            <p:ph type="body" idx="105" hasCustomPrompt="1"/>
          </p:nvPr>
        </p:nvSpPr>
        <p:spPr>
          <a:xfrm>
            <a:off x="634594" y="2926080"/>
            <a:ext cx="2410358" cy="68580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Step heading</a:t>
            </a:r>
            <a:endParaRPr lang="en-US" sz="2000" dirty="0"/>
          </a:p>
        </p:txBody>
      </p:sp>
      <p:sp>
        <p:nvSpPr>
          <p:cNvPr id="8" name="Step text 1"/>
          <p:cNvSpPr>
            <a:spLocks noGrp="1"/>
          </p:cNvSpPr>
          <p:nvPr>
            <p:ph type="body" idx="106" hasCustomPrompt="1"/>
          </p:nvPr>
        </p:nvSpPr>
        <p:spPr>
          <a:xfrm>
            <a:off x="634594" y="3703320"/>
            <a:ext cx="2410358" cy="1371600"/>
          </a:xfrm>
          <a:prstGeom prst="rect">
            <a:avLst/>
          </a:prstGeom>
          <a:noFill/>
          <a:ln/>
        </p:spPr>
        <p:txBody>
          <a:bodyPr wrap="square" lIns="0" tIns="0" rIns="0" bIns="0" rtlCol="0" anchor="t"/>
          <a:lstStyle>
            <a:lvl1pPr marL="0" indent="0" algn="l">
              <a:lnSpc>
                <a:spcPct val="80000"/>
              </a:lnSpc>
              <a:buNone/>
              <a:defRPr lang="en-US" sz="15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500" dirty="0">
                <a:solidFill>
                  <a:srgbClr val="5B6472"/>
                </a:solidFill>
                <a:latin typeface="Aptos" pitchFamily="34" charset="0"/>
                <a:ea typeface="Aptos" pitchFamily="34" charset="-122"/>
                <a:cs typeface="Aptos" pitchFamily="34" charset="-120"/>
              </a:rPr>
              <a:t>Step detail, 15pt</a:t>
            </a:r>
            <a:endParaRPr lang="en-US" sz="1500" dirty="0"/>
          </a:p>
        </p:txBody>
      </p:sp>
      <p:sp>
        <p:nvSpPr>
          <p:cNvPr id="9" name="Text 3"/>
          <p:cNvSpPr/>
          <p:nvPr/>
        </p:nvSpPr>
        <p:spPr>
          <a:xfrm>
            <a:off x="3410712" y="1810512"/>
            <a:ext cx="310896" cy="310896"/>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10" name="Text 4"/>
          <p:cNvSpPr/>
          <p:nvPr/>
        </p:nvSpPr>
        <p:spPr>
          <a:xfrm>
            <a:off x="3482218" y="1882018"/>
            <a:ext cx="167884" cy="167884"/>
          </a:xfrm>
          <a:prstGeom prst="ellipse">
            <a:avLst/>
          </a:prstGeom>
          <a:solidFill>
            <a:srgbClr val="69DED7"/>
          </a:solidFill>
          <a:ln/>
        </p:spPr>
        <p:txBody>
          <a:bodyPr wrap="square" lIns="0" tIns="0" rIns="0" bIns="0" rtlCol="0" anchor="ctr"/>
          <a:lstStyle/>
          <a:p>
            <a:pPr marL="0" indent="0" algn="ctr">
              <a:lnSpc>
                <a:spcPct val="80000"/>
              </a:lnSpc>
              <a:buNone/>
            </a:pPr>
            <a:endParaRPr lang="en-US" sz="1400" dirty="0"/>
          </a:p>
        </p:txBody>
      </p:sp>
      <p:sp>
        <p:nvSpPr>
          <p:cNvPr id="11" name="Step label 2"/>
          <p:cNvSpPr>
            <a:spLocks noGrp="1"/>
          </p:cNvSpPr>
          <p:nvPr>
            <p:ph type="body" idx="109" hasCustomPrompt="1"/>
          </p:nvPr>
        </p:nvSpPr>
        <p:spPr>
          <a:xfrm>
            <a:off x="3410712" y="2331720"/>
            <a:ext cx="2410358" cy="457200"/>
          </a:xfrm>
          <a:prstGeom prst="rect">
            <a:avLst/>
          </a:prstGeom>
          <a:noFill/>
          <a:ln/>
        </p:spPr>
        <p:txBody>
          <a:bodyPr wrap="square" lIns="0" tIns="0" rIns="0" bIns="0" rtlCol="0" anchor="t"/>
          <a:lstStyle>
            <a:lvl1pPr marL="0" indent="0" algn="l">
              <a:lnSpc>
                <a:spcPct val="80000"/>
              </a:lnSpc>
              <a:buNone/>
              <a:defRPr lang="en-US" sz="28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28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Step / date</a:t>
            </a:r>
            <a:endParaRPr lang="en-US" sz="2800" dirty="0"/>
          </a:p>
        </p:txBody>
      </p:sp>
      <p:sp>
        <p:nvSpPr>
          <p:cNvPr id="12" name="Step heading 2"/>
          <p:cNvSpPr>
            <a:spLocks noGrp="1"/>
          </p:cNvSpPr>
          <p:nvPr>
            <p:ph type="body" idx="110" hasCustomPrompt="1"/>
          </p:nvPr>
        </p:nvSpPr>
        <p:spPr>
          <a:xfrm>
            <a:off x="3410712" y="2926080"/>
            <a:ext cx="2410358" cy="68580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Step heading</a:t>
            </a:r>
            <a:endParaRPr lang="en-US" sz="2000" dirty="0"/>
          </a:p>
        </p:txBody>
      </p:sp>
      <p:sp>
        <p:nvSpPr>
          <p:cNvPr id="13" name="Step text 2"/>
          <p:cNvSpPr>
            <a:spLocks noGrp="1"/>
          </p:cNvSpPr>
          <p:nvPr>
            <p:ph type="body" idx="111" hasCustomPrompt="1"/>
          </p:nvPr>
        </p:nvSpPr>
        <p:spPr>
          <a:xfrm>
            <a:off x="3410712" y="3703320"/>
            <a:ext cx="2410358" cy="1371600"/>
          </a:xfrm>
          <a:prstGeom prst="rect">
            <a:avLst/>
          </a:prstGeom>
          <a:noFill/>
          <a:ln/>
        </p:spPr>
        <p:txBody>
          <a:bodyPr wrap="square" lIns="0" tIns="0" rIns="0" bIns="0" rtlCol="0" anchor="t"/>
          <a:lstStyle>
            <a:lvl1pPr marL="0" indent="0" algn="l">
              <a:lnSpc>
                <a:spcPct val="80000"/>
              </a:lnSpc>
              <a:buNone/>
              <a:defRPr lang="en-US" sz="15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500" dirty="0">
                <a:solidFill>
                  <a:srgbClr val="5B6472"/>
                </a:solidFill>
                <a:latin typeface="Aptos" pitchFamily="34" charset="0"/>
                <a:ea typeface="Aptos" pitchFamily="34" charset="-122"/>
                <a:cs typeface="Aptos" pitchFamily="34" charset="-120"/>
              </a:rPr>
              <a:t>Step detail, 15pt</a:t>
            </a:r>
            <a:endParaRPr lang="en-US" sz="1500" dirty="0"/>
          </a:p>
        </p:txBody>
      </p:sp>
      <p:sp>
        <p:nvSpPr>
          <p:cNvPr id="14" name="Text 5"/>
          <p:cNvSpPr/>
          <p:nvPr/>
        </p:nvSpPr>
        <p:spPr>
          <a:xfrm>
            <a:off x="6186830" y="1810512"/>
            <a:ext cx="310896" cy="310896"/>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15" name="Text 6"/>
          <p:cNvSpPr/>
          <p:nvPr/>
        </p:nvSpPr>
        <p:spPr>
          <a:xfrm>
            <a:off x="6258336" y="1882018"/>
            <a:ext cx="167884" cy="167884"/>
          </a:xfrm>
          <a:prstGeom prst="ellipse">
            <a:avLst/>
          </a:prstGeom>
          <a:solidFill>
            <a:srgbClr val="69DED7"/>
          </a:solidFill>
          <a:ln/>
        </p:spPr>
        <p:txBody>
          <a:bodyPr wrap="square" lIns="0" tIns="0" rIns="0" bIns="0" rtlCol="0" anchor="ctr"/>
          <a:lstStyle/>
          <a:p>
            <a:pPr marL="0" indent="0" algn="ctr">
              <a:lnSpc>
                <a:spcPct val="80000"/>
              </a:lnSpc>
              <a:buNone/>
            </a:pPr>
            <a:endParaRPr lang="en-US" sz="1400" dirty="0"/>
          </a:p>
        </p:txBody>
      </p:sp>
      <p:sp>
        <p:nvSpPr>
          <p:cNvPr id="16" name="Step label 3"/>
          <p:cNvSpPr>
            <a:spLocks noGrp="1"/>
          </p:cNvSpPr>
          <p:nvPr>
            <p:ph type="body" idx="114" hasCustomPrompt="1"/>
          </p:nvPr>
        </p:nvSpPr>
        <p:spPr>
          <a:xfrm>
            <a:off x="6186830" y="2331720"/>
            <a:ext cx="2410358" cy="457200"/>
          </a:xfrm>
          <a:prstGeom prst="rect">
            <a:avLst/>
          </a:prstGeom>
          <a:noFill/>
          <a:ln/>
        </p:spPr>
        <p:txBody>
          <a:bodyPr wrap="square" lIns="0" tIns="0" rIns="0" bIns="0" rtlCol="0" anchor="t"/>
          <a:lstStyle>
            <a:lvl1pPr marL="0" indent="0" algn="l">
              <a:lnSpc>
                <a:spcPct val="80000"/>
              </a:lnSpc>
              <a:buNone/>
              <a:defRPr lang="en-US" sz="28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28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Step / date</a:t>
            </a:r>
            <a:endParaRPr lang="en-US" sz="2800" dirty="0"/>
          </a:p>
        </p:txBody>
      </p:sp>
      <p:sp>
        <p:nvSpPr>
          <p:cNvPr id="17" name="Step heading 3"/>
          <p:cNvSpPr>
            <a:spLocks noGrp="1"/>
          </p:cNvSpPr>
          <p:nvPr>
            <p:ph type="body" idx="115" hasCustomPrompt="1"/>
          </p:nvPr>
        </p:nvSpPr>
        <p:spPr>
          <a:xfrm>
            <a:off x="6186830" y="2926080"/>
            <a:ext cx="2410358" cy="68580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Step heading</a:t>
            </a:r>
            <a:endParaRPr lang="en-US" sz="2000" dirty="0"/>
          </a:p>
        </p:txBody>
      </p:sp>
      <p:sp>
        <p:nvSpPr>
          <p:cNvPr id="18" name="Step text 3"/>
          <p:cNvSpPr>
            <a:spLocks noGrp="1"/>
          </p:cNvSpPr>
          <p:nvPr>
            <p:ph type="body" idx="116" hasCustomPrompt="1"/>
          </p:nvPr>
        </p:nvSpPr>
        <p:spPr>
          <a:xfrm>
            <a:off x="6186830" y="3703320"/>
            <a:ext cx="2410358" cy="1371600"/>
          </a:xfrm>
          <a:prstGeom prst="rect">
            <a:avLst/>
          </a:prstGeom>
          <a:noFill/>
          <a:ln/>
        </p:spPr>
        <p:txBody>
          <a:bodyPr wrap="square" lIns="0" tIns="0" rIns="0" bIns="0" rtlCol="0" anchor="t"/>
          <a:lstStyle>
            <a:lvl1pPr marL="0" indent="0" algn="l">
              <a:lnSpc>
                <a:spcPct val="80000"/>
              </a:lnSpc>
              <a:buNone/>
              <a:defRPr lang="en-US" sz="15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500" dirty="0">
                <a:solidFill>
                  <a:srgbClr val="5B6472"/>
                </a:solidFill>
                <a:latin typeface="Aptos" pitchFamily="34" charset="0"/>
                <a:ea typeface="Aptos" pitchFamily="34" charset="-122"/>
                <a:cs typeface="Aptos" pitchFamily="34" charset="-120"/>
              </a:rPr>
              <a:t>Step detail, 15pt</a:t>
            </a:r>
            <a:endParaRPr lang="en-US" sz="1500" dirty="0"/>
          </a:p>
        </p:txBody>
      </p:sp>
      <p:sp>
        <p:nvSpPr>
          <p:cNvPr id="19" name="Text 7"/>
          <p:cNvSpPr/>
          <p:nvPr/>
        </p:nvSpPr>
        <p:spPr>
          <a:xfrm>
            <a:off x="8963863" y="1810512"/>
            <a:ext cx="310896" cy="310896"/>
          </a:xfrm>
          <a:prstGeom prst="ellipse">
            <a:avLst/>
          </a:prstGeom>
          <a:solidFill>
            <a:srgbClr val="69DED7">
              <a:alpha val="38000"/>
            </a:srgbClr>
          </a:solidFill>
          <a:ln/>
        </p:spPr>
        <p:txBody>
          <a:bodyPr wrap="square" lIns="0" tIns="0" rIns="0" bIns="0" rtlCol="0" anchor="ctr"/>
          <a:lstStyle/>
          <a:p>
            <a:pPr marL="0" indent="0" algn="ctr">
              <a:lnSpc>
                <a:spcPct val="80000"/>
              </a:lnSpc>
              <a:buNone/>
            </a:pPr>
            <a:endParaRPr lang="en-US" sz="1400" dirty="0"/>
          </a:p>
        </p:txBody>
      </p:sp>
      <p:sp>
        <p:nvSpPr>
          <p:cNvPr id="20" name="Text 8"/>
          <p:cNvSpPr/>
          <p:nvPr/>
        </p:nvSpPr>
        <p:spPr>
          <a:xfrm>
            <a:off x="9035369" y="1882018"/>
            <a:ext cx="167884" cy="167884"/>
          </a:xfrm>
          <a:prstGeom prst="ellipse">
            <a:avLst/>
          </a:prstGeom>
          <a:solidFill>
            <a:srgbClr val="69DED7"/>
          </a:solidFill>
          <a:ln/>
        </p:spPr>
        <p:txBody>
          <a:bodyPr wrap="square" lIns="0" tIns="0" rIns="0" bIns="0" rtlCol="0" anchor="ctr"/>
          <a:lstStyle/>
          <a:p>
            <a:pPr marL="0" indent="0" algn="ctr">
              <a:lnSpc>
                <a:spcPct val="80000"/>
              </a:lnSpc>
              <a:buNone/>
            </a:pPr>
            <a:endParaRPr lang="en-US" sz="1400" dirty="0"/>
          </a:p>
        </p:txBody>
      </p:sp>
      <p:sp>
        <p:nvSpPr>
          <p:cNvPr id="21" name="Step label 4"/>
          <p:cNvSpPr>
            <a:spLocks noGrp="1"/>
          </p:cNvSpPr>
          <p:nvPr>
            <p:ph type="body" idx="119" hasCustomPrompt="1"/>
          </p:nvPr>
        </p:nvSpPr>
        <p:spPr>
          <a:xfrm>
            <a:off x="8963863" y="2331720"/>
            <a:ext cx="2410358" cy="457200"/>
          </a:xfrm>
          <a:prstGeom prst="rect">
            <a:avLst/>
          </a:prstGeom>
          <a:noFill/>
          <a:ln/>
        </p:spPr>
        <p:txBody>
          <a:bodyPr wrap="square" lIns="0" tIns="0" rIns="0" bIns="0" rtlCol="0" anchor="t"/>
          <a:lstStyle>
            <a:lvl1pPr marL="0" indent="0" algn="l">
              <a:lnSpc>
                <a:spcPct val="80000"/>
              </a:lnSpc>
              <a:buNone/>
              <a:defRPr lang="en-US" sz="28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80000"/>
              </a:lnSpc>
              <a:buNone/>
            </a:pPr>
            <a:r>
              <a:rPr lang="en-US" sz="28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Step / date</a:t>
            </a:r>
            <a:endParaRPr lang="en-US" sz="2800" dirty="0"/>
          </a:p>
        </p:txBody>
      </p:sp>
      <p:sp>
        <p:nvSpPr>
          <p:cNvPr id="22" name="Step heading 4"/>
          <p:cNvSpPr>
            <a:spLocks noGrp="1"/>
          </p:cNvSpPr>
          <p:nvPr>
            <p:ph type="body" idx="120" hasCustomPrompt="1"/>
          </p:nvPr>
        </p:nvSpPr>
        <p:spPr>
          <a:xfrm>
            <a:off x="8963863" y="2926080"/>
            <a:ext cx="2410358" cy="68580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Step heading</a:t>
            </a:r>
            <a:endParaRPr lang="en-US" sz="2000" dirty="0"/>
          </a:p>
        </p:txBody>
      </p:sp>
      <p:sp>
        <p:nvSpPr>
          <p:cNvPr id="23" name="Step text 4"/>
          <p:cNvSpPr>
            <a:spLocks noGrp="1"/>
          </p:cNvSpPr>
          <p:nvPr>
            <p:ph type="body" idx="121" hasCustomPrompt="1"/>
          </p:nvPr>
        </p:nvSpPr>
        <p:spPr>
          <a:xfrm>
            <a:off x="8963863" y="3703320"/>
            <a:ext cx="2410358" cy="1371600"/>
          </a:xfrm>
          <a:prstGeom prst="rect">
            <a:avLst/>
          </a:prstGeom>
          <a:noFill/>
          <a:ln/>
        </p:spPr>
        <p:txBody>
          <a:bodyPr wrap="square" lIns="0" tIns="0" rIns="0" bIns="0" rtlCol="0" anchor="t"/>
          <a:lstStyle>
            <a:lvl1pPr marL="0" indent="0" algn="l">
              <a:lnSpc>
                <a:spcPct val="80000"/>
              </a:lnSpc>
              <a:buNone/>
              <a:defRPr lang="en-US" sz="15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500" dirty="0">
                <a:solidFill>
                  <a:srgbClr val="5B6472"/>
                </a:solidFill>
                <a:latin typeface="Aptos" pitchFamily="34" charset="0"/>
                <a:ea typeface="Aptos" pitchFamily="34" charset="-122"/>
                <a:cs typeface="Aptos" pitchFamily="34" charset="-120"/>
              </a:rPr>
              <a:t>Step detail, 15pt</a:t>
            </a:r>
            <a:endParaRPr lang="en-US" sz="1500" dirty="0"/>
          </a:p>
        </p:txBody>
      </p:sp>
      <p:sp>
        <p:nvSpPr>
          <p:cNvPr id="24" name="Pill highlight"/>
          <p:cNvSpPr>
            <a:spLocks noGrp="1"/>
          </p:cNvSpPr>
          <p:nvPr>
            <p:ph type="body" idx="122" hasCustomPrompt="1"/>
          </p:nvPr>
        </p:nvSpPr>
        <p:spPr>
          <a:xfrm>
            <a:off x="634594" y="5349240"/>
            <a:ext cx="10922508" cy="457200"/>
          </a:xfrm>
          <a:prstGeom prst="roundRect">
            <a:avLst>
              <a:gd name="adj" fmla="val 50000"/>
            </a:avLst>
          </a:prstGeom>
          <a:gradFill rotWithShape="1">
            <a:gsLst>
              <a:gs pos="0">
                <a:srgbClr val="69DED7"/>
              </a:gs>
              <a:gs pos="100000">
                <a:srgbClr val="E3E6EA"/>
              </a:gs>
            </a:gsLst>
            <a:lin ang="0" scaled="1"/>
          </a:gradFill>
          <a:ln>
            <a:noFill/>
          </a:ln>
        </p:spPr>
        <p:txBody>
          <a:bodyPr wrap="square" lIns="228600" tIns="0" rIns="228600" bIns="0" rtlCol="0" anchor="ctr"/>
          <a:lstStyle>
            <a:lvl1pPr marL="0" indent="0" algn="l">
              <a:lnSpc>
                <a:spcPct val="100000"/>
              </a:lnSpc>
              <a:buNone/>
              <a:defRPr lang="en-US" sz="16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100000"/>
              </a:lnSpc>
              <a:buNone/>
            </a:pPr>
            <a:r>
              <a:rPr lang="en-US" sz="1600" dirty="0">
                <a:solidFill>
                  <a:srgbClr val="060E1D"/>
                </a:solidFill>
                <a:latin typeface="Aptos SemiBold" pitchFamily="34" charset="0"/>
                <a:ea typeface="Aptos SemiBold" pitchFamily="34" charset="-122"/>
                <a:cs typeface="Aptos SemiBold" pitchFamily="34" charset="-120"/>
              </a:rPr>
              <a:t>Highlight row: the one thing to remember</a:t>
            </a:r>
            <a:endParaRPr lang="en-US" sz="1600" dirty="0"/>
          </a:p>
        </p:txBody>
      </p:sp>
      <p:pic>
        <p:nvPicPr>
          <p:cNvPr id="25"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26" name="Text 9"/>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27" name="Source"/>
          <p:cNvSpPr>
            <a:spLocks noGrp="1"/>
          </p:cNvSpPr>
          <p:nvPr>
            <p:ph type="body" idx="125"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8"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Key numbers · two rows">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Text 0"/>
          <p:cNvSpPr/>
          <p:nvPr/>
        </p:nvSpPr>
        <p:spPr>
          <a:xfrm>
            <a:off x="634594" y="1691640"/>
            <a:ext cx="10922508" cy="1600200"/>
          </a:xfrm>
          <a:prstGeom prst="roundRect">
            <a:avLst>
              <a:gd name="adj" fmla="val 5714"/>
            </a:avLst>
          </a:prstGeom>
          <a:solidFill>
            <a:srgbClr val="E6F8F7"/>
          </a:solidFill>
          <a:ln/>
        </p:spPr>
        <p:txBody>
          <a:bodyPr wrap="square" lIns="0" tIns="0" rIns="0" bIns="0" rtlCol="0" anchor="ctr"/>
          <a:lstStyle/>
          <a:p>
            <a:pPr marL="0" indent="0" algn="ctr">
              <a:lnSpc>
                <a:spcPct val="80000"/>
              </a:lnSpc>
              <a:buNone/>
            </a:pPr>
            <a:endParaRPr lang="en-US" sz="1400" dirty="0"/>
          </a:p>
        </p:txBody>
      </p:sp>
      <p:sp>
        <p:nvSpPr>
          <p:cNvPr id="4" name="Row label 1"/>
          <p:cNvSpPr>
            <a:spLocks noGrp="1"/>
          </p:cNvSpPr>
          <p:nvPr>
            <p:ph type="body" idx="102" hasCustomPrompt="1"/>
          </p:nvPr>
        </p:nvSpPr>
        <p:spPr>
          <a:xfrm>
            <a:off x="954634" y="1892808"/>
            <a:ext cx="2743200" cy="411480"/>
          </a:xfrm>
          <a:prstGeom prst="rect">
            <a:avLst/>
          </a:prstGeom>
          <a:noFill/>
          <a:ln/>
        </p:spPr>
        <p:txBody>
          <a:bodyPr wrap="square" lIns="0" tIns="0" rIns="0" bIns="0" rtlCol="0" anchor="t"/>
          <a:lstStyle>
            <a:lvl1pPr marL="0" indent="0" algn="l">
              <a:lnSpc>
                <a:spcPct val="100000"/>
              </a:lnSpc>
              <a:buNone/>
              <a:defRPr lang="en-US" sz="2800" dirty="0">
                <a:solidFill>
                  <a:srgbClr val="060E1D"/>
                </a:solidFill>
                <a:latin typeface="Aptos Display" pitchFamily="34" charset="0"/>
                <a:ea typeface="Aptos Display" pitchFamily="34" charset="-122"/>
                <a:cs typeface="Aptos Display" pitchFamily="34" charset="-120"/>
              </a:defRPr>
            </a:lvl1pPr>
          </a:lstStyle>
          <a:p>
            <a:pPr marL="0" indent="0" algn="l">
              <a:lnSpc>
                <a:spcPct val="100000"/>
              </a:lnSpc>
              <a:buNone/>
            </a:pPr>
            <a:r>
              <a:rPr lang="en-US" sz="2800" dirty="0">
                <a:solidFill>
                  <a:srgbClr val="060E1D"/>
                </a:solidFill>
                <a:latin typeface="Aptos Display" pitchFamily="34" charset="0"/>
                <a:ea typeface="Aptos Display" pitchFamily="34" charset="-122"/>
                <a:cs typeface="Aptos Display" pitchFamily="34" charset="-120"/>
              </a:rPr>
              <a:t>Row label</a:t>
            </a:r>
            <a:endParaRPr lang="en-US" sz="2800" dirty="0"/>
          </a:p>
        </p:txBody>
      </p:sp>
      <p:sp>
        <p:nvSpPr>
          <p:cNvPr id="5" name="Row 1 stat 1"/>
          <p:cNvSpPr>
            <a:spLocks noGrp="1"/>
          </p:cNvSpPr>
          <p:nvPr>
            <p:ph type="body" idx="103" hasCustomPrompt="1"/>
          </p:nvPr>
        </p:nvSpPr>
        <p:spPr>
          <a:xfrm>
            <a:off x="954634" y="2377440"/>
            <a:ext cx="1920240" cy="457200"/>
          </a:xfrm>
          <a:prstGeom prst="rect">
            <a:avLst/>
          </a:prstGeom>
          <a:noFill/>
          <a:ln/>
        </p:spPr>
        <p:txBody>
          <a:bodyPr wrap="square" lIns="0" tIns="0" rIns="0" bIns="0" rtlCol="0" anchor="t"/>
          <a:lstStyle>
            <a:lvl1pPr marL="0" indent="0" algn="l">
              <a:lnSpc>
                <a:spcPct val="100000"/>
              </a:lnSpc>
              <a:buNone/>
              <a:def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100000"/>
              </a:lnSpc>
              <a:buNone/>
            </a:pPr>
            <a:r>
              <a: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3600" dirty="0"/>
          </a:p>
        </p:txBody>
      </p:sp>
      <p:sp>
        <p:nvSpPr>
          <p:cNvPr id="6" name="Row 1 label 1"/>
          <p:cNvSpPr>
            <a:spLocks noGrp="1"/>
          </p:cNvSpPr>
          <p:nvPr>
            <p:ph type="body" idx="104" hasCustomPrompt="1"/>
          </p:nvPr>
        </p:nvSpPr>
        <p:spPr>
          <a:xfrm>
            <a:off x="954634" y="2834640"/>
            <a:ext cx="1920240" cy="384048"/>
          </a:xfrm>
          <a:prstGeom prst="rect">
            <a:avLst/>
          </a:prstGeom>
          <a:noFill/>
          <a:ln/>
        </p:spPr>
        <p:txBody>
          <a:bodyPr wrap="square" lIns="0" tIns="0" rIns="0" bIns="0" rtlCol="0" anchor="t"/>
          <a:lstStyle>
            <a:lvl1pPr marL="0" indent="0" algn="l">
              <a:lnSpc>
                <a:spcPct val="10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300" dirty="0">
                <a:solidFill>
                  <a:srgbClr val="060E1D"/>
                </a:solidFill>
                <a:latin typeface="Aptos" pitchFamily="34" charset="0"/>
                <a:ea typeface="Aptos" pitchFamily="34" charset="-122"/>
                <a:cs typeface="Aptos" pitchFamily="34" charset="-120"/>
              </a:rPr>
              <a:t>Stat label</a:t>
            </a:r>
            <a:endParaRPr lang="en-US" sz="1300" dirty="0"/>
          </a:p>
        </p:txBody>
      </p:sp>
      <p:sp>
        <p:nvSpPr>
          <p:cNvPr id="7" name="Row 1 stat 2"/>
          <p:cNvSpPr>
            <a:spLocks noGrp="1"/>
          </p:cNvSpPr>
          <p:nvPr>
            <p:ph type="body" idx="105" hasCustomPrompt="1"/>
          </p:nvPr>
        </p:nvSpPr>
        <p:spPr>
          <a:xfrm>
            <a:off x="3076042" y="2377440"/>
            <a:ext cx="1920240" cy="457200"/>
          </a:xfrm>
          <a:prstGeom prst="rect">
            <a:avLst/>
          </a:prstGeom>
          <a:noFill/>
          <a:ln/>
        </p:spPr>
        <p:txBody>
          <a:bodyPr wrap="square" lIns="0" tIns="0" rIns="0" bIns="0" rtlCol="0" anchor="t"/>
          <a:lstStyle>
            <a:lvl1pPr marL="0" indent="0" algn="l">
              <a:lnSpc>
                <a:spcPct val="100000"/>
              </a:lnSpc>
              <a:buNone/>
              <a:def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100000"/>
              </a:lnSpc>
              <a:buNone/>
            </a:pPr>
            <a:r>
              <a: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3600" dirty="0"/>
          </a:p>
        </p:txBody>
      </p:sp>
      <p:sp>
        <p:nvSpPr>
          <p:cNvPr id="8" name="Row 1 label 2"/>
          <p:cNvSpPr>
            <a:spLocks noGrp="1"/>
          </p:cNvSpPr>
          <p:nvPr>
            <p:ph type="body" idx="106" hasCustomPrompt="1"/>
          </p:nvPr>
        </p:nvSpPr>
        <p:spPr>
          <a:xfrm>
            <a:off x="3076042" y="2834640"/>
            <a:ext cx="1920240" cy="384048"/>
          </a:xfrm>
          <a:prstGeom prst="rect">
            <a:avLst/>
          </a:prstGeom>
          <a:noFill/>
          <a:ln/>
        </p:spPr>
        <p:txBody>
          <a:bodyPr wrap="square" lIns="0" tIns="0" rIns="0" bIns="0" rtlCol="0" anchor="t"/>
          <a:lstStyle>
            <a:lvl1pPr marL="0" indent="0" algn="l">
              <a:lnSpc>
                <a:spcPct val="10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300" dirty="0">
                <a:solidFill>
                  <a:srgbClr val="060E1D"/>
                </a:solidFill>
                <a:latin typeface="Aptos" pitchFamily="34" charset="0"/>
                <a:ea typeface="Aptos" pitchFamily="34" charset="-122"/>
                <a:cs typeface="Aptos" pitchFamily="34" charset="-120"/>
              </a:rPr>
              <a:t>Stat label</a:t>
            </a:r>
            <a:endParaRPr lang="en-US" sz="1300" dirty="0"/>
          </a:p>
        </p:txBody>
      </p:sp>
      <p:sp>
        <p:nvSpPr>
          <p:cNvPr id="9" name="Row 1 stat 3"/>
          <p:cNvSpPr>
            <a:spLocks noGrp="1"/>
          </p:cNvSpPr>
          <p:nvPr>
            <p:ph type="body" idx="107" hasCustomPrompt="1"/>
          </p:nvPr>
        </p:nvSpPr>
        <p:spPr>
          <a:xfrm>
            <a:off x="5197450" y="2377440"/>
            <a:ext cx="1920240" cy="457200"/>
          </a:xfrm>
          <a:prstGeom prst="rect">
            <a:avLst/>
          </a:prstGeom>
          <a:noFill/>
          <a:ln/>
        </p:spPr>
        <p:txBody>
          <a:bodyPr wrap="square" lIns="0" tIns="0" rIns="0" bIns="0" rtlCol="0" anchor="t"/>
          <a:lstStyle>
            <a:lvl1pPr marL="0" indent="0" algn="l">
              <a:lnSpc>
                <a:spcPct val="100000"/>
              </a:lnSpc>
              <a:buNone/>
              <a:def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100000"/>
              </a:lnSpc>
              <a:buNone/>
            </a:pPr>
            <a:r>
              <a: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3600" dirty="0"/>
          </a:p>
        </p:txBody>
      </p:sp>
      <p:sp>
        <p:nvSpPr>
          <p:cNvPr id="10" name="Row 1 label 3"/>
          <p:cNvSpPr>
            <a:spLocks noGrp="1"/>
          </p:cNvSpPr>
          <p:nvPr>
            <p:ph type="body" idx="108" hasCustomPrompt="1"/>
          </p:nvPr>
        </p:nvSpPr>
        <p:spPr>
          <a:xfrm>
            <a:off x="5197450" y="2834640"/>
            <a:ext cx="1920240" cy="384048"/>
          </a:xfrm>
          <a:prstGeom prst="rect">
            <a:avLst/>
          </a:prstGeom>
          <a:noFill/>
          <a:ln/>
        </p:spPr>
        <p:txBody>
          <a:bodyPr wrap="square" lIns="0" tIns="0" rIns="0" bIns="0" rtlCol="0" anchor="t"/>
          <a:lstStyle>
            <a:lvl1pPr marL="0" indent="0" algn="l">
              <a:lnSpc>
                <a:spcPct val="10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300" dirty="0">
                <a:solidFill>
                  <a:srgbClr val="060E1D"/>
                </a:solidFill>
                <a:latin typeface="Aptos" pitchFamily="34" charset="0"/>
                <a:ea typeface="Aptos" pitchFamily="34" charset="-122"/>
                <a:cs typeface="Aptos" pitchFamily="34" charset="-120"/>
              </a:rPr>
              <a:t>Stat label</a:t>
            </a:r>
            <a:endParaRPr lang="en-US" sz="1300" dirty="0"/>
          </a:p>
        </p:txBody>
      </p:sp>
      <p:sp>
        <p:nvSpPr>
          <p:cNvPr id="11" name="Row 1 stat 4"/>
          <p:cNvSpPr>
            <a:spLocks noGrp="1"/>
          </p:cNvSpPr>
          <p:nvPr>
            <p:ph type="body" idx="109" hasCustomPrompt="1"/>
          </p:nvPr>
        </p:nvSpPr>
        <p:spPr>
          <a:xfrm>
            <a:off x="7318858" y="2377440"/>
            <a:ext cx="1920240" cy="457200"/>
          </a:xfrm>
          <a:prstGeom prst="rect">
            <a:avLst/>
          </a:prstGeom>
          <a:noFill/>
          <a:ln/>
        </p:spPr>
        <p:txBody>
          <a:bodyPr wrap="square" lIns="0" tIns="0" rIns="0" bIns="0" rtlCol="0" anchor="t"/>
          <a:lstStyle>
            <a:lvl1pPr marL="0" indent="0" algn="l">
              <a:lnSpc>
                <a:spcPct val="100000"/>
              </a:lnSpc>
              <a:buNone/>
              <a:def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100000"/>
              </a:lnSpc>
              <a:buNone/>
            </a:pPr>
            <a:r>
              <a: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3600" dirty="0"/>
          </a:p>
        </p:txBody>
      </p:sp>
      <p:sp>
        <p:nvSpPr>
          <p:cNvPr id="12" name="Row 1 label 4"/>
          <p:cNvSpPr>
            <a:spLocks noGrp="1"/>
          </p:cNvSpPr>
          <p:nvPr>
            <p:ph type="body" idx="110" hasCustomPrompt="1"/>
          </p:nvPr>
        </p:nvSpPr>
        <p:spPr>
          <a:xfrm>
            <a:off x="7318858" y="2834640"/>
            <a:ext cx="1920240" cy="384048"/>
          </a:xfrm>
          <a:prstGeom prst="rect">
            <a:avLst/>
          </a:prstGeom>
          <a:noFill/>
          <a:ln/>
        </p:spPr>
        <p:txBody>
          <a:bodyPr wrap="square" lIns="0" tIns="0" rIns="0" bIns="0" rtlCol="0" anchor="t"/>
          <a:lstStyle>
            <a:lvl1pPr marL="0" indent="0" algn="l">
              <a:lnSpc>
                <a:spcPct val="10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300" dirty="0">
                <a:solidFill>
                  <a:srgbClr val="060E1D"/>
                </a:solidFill>
                <a:latin typeface="Aptos" pitchFamily="34" charset="0"/>
                <a:ea typeface="Aptos" pitchFamily="34" charset="-122"/>
                <a:cs typeface="Aptos" pitchFamily="34" charset="-120"/>
              </a:rPr>
              <a:t>Stat label</a:t>
            </a:r>
            <a:endParaRPr lang="en-US" sz="1300" dirty="0"/>
          </a:p>
        </p:txBody>
      </p:sp>
      <p:sp>
        <p:nvSpPr>
          <p:cNvPr id="13" name="Row 1 stat 5"/>
          <p:cNvSpPr>
            <a:spLocks noGrp="1"/>
          </p:cNvSpPr>
          <p:nvPr>
            <p:ph type="body" idx="111" hasCustomPrompt="1"/>
          </p:nvPr>
        </p:nvSpPr>
        <p:spPr>
          <a:xfrm>
            <a:off x="9440266" y="2377440"/>
            <a:ext cx="1920240" cy="457200"/>
          </a:xfrm>
          <a:prstGeom prst="rect">
            <a:avLst/>
          </a:prstGeom>
          <a:noFill/>
          <a:ln/>
        </p:spPr>
        <p:txBody>
          <a:bodyPr wrap="square" lIns="0" tIns="0" rIns="0" bIns="0" rtlCol="0" anchor="t"/>
          <a:lstStyle>
            <a:lvl1pPr marL="0" indent="0" algn="l">
              <a:lnSpc>
                <a:spcPct val="100000"/>
              </a:lnSpc>
              <a:buNone/>
              <a:def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100000"/>
              </a:lnSpc>
              <a:buNone/>
            </a:pPr>
            <a:r>
              <a: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3600" dirty="0"/>
          </a:p>
        </p:txBody>
      </p:sp>
      <p:sp>
        <p:nvSpPr>
          <p:cNvPr id="14" name="Row 1 label 5"/>
          <p:cNvSpPr>
            <a:spLocks noGrp="1"/>
          </p:cNvSpPr>
          <p:nvPr>
            <p:ph type="body" idx="112" hasCustomPrompt="1"/>
          </p:nvPr>
        </p:nvSpPr>
        <p:spPr>
          <a:xfrm>
            <a:off x="9440266" y="2834640"/>
            <a:ext cx="1920240" cy="384048"/>
          </a:xfrm>
          <a:prstGeom prst="rect">
            <a:avLst/>
          </a:prstGeom>
          <a:noFill/>
          <a:ln/>
        </p:spPr>
        <p:txBody>
          <a:bodyPr wrap="square" lIns="0" tIns="0" rIns="0" bIns="0" rtlCol="0" anchor="t"/>
          <a:lstStyle>
            <a:lvl1pPr marL="0" indent="0" algn="l">
              <a:lnSpc>
                <a:spcPct val="10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300" dirty="0">
                <a:solidFill>
                  <a:srgbClr val="060E1D"/>
                </a:solidFill>
                <a:latin typeface="Aptos" pitchFamily="34" charset="0"/>
                <a:ea typeface="Aptos" pitchFamily="34" charset="-122"/>
                <a:cs typeface="Aptos" pitchFamily="34" charset="-120"/>
              </a:rPr>
              <a:t>Stat label</a:t>
            </a:r>
            <a:endParaRPr lang="en-US" sz="1300" dirty="0"/>
          </a:p>
        </p:txBody>
      </p:sp>
      <p:sp>
        <p:nvSpPr>
          <p:cNvPr id="15" name="Text 1"/>
          <p:cNvSpPr/>
          <p:nvPr/>
        </p:nvSpPr>
        <p:spPr>
          <a:xfrm>
            <a:off x="634594" y="3429000"/>
            <a:ext cx="10922508" cy="1600200"/>
          </a:xfrm>
          <a:prstGeom prst="roundRect">
            <a:avLst>
              <a:gd name="adj" fmla="val 5714"/>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16" name="Row label 2"/>
          <p:cNvSpPr>
            <a:spLocks noGrp="1"/>
          </p:cNvSpPr>
          <p:nvPr>
            <p:ph type="body" idx="114" hasCustomPrompt="1"/>
          </p:nvPr>
        </p:nvSpPr>
        <p:spPr>
          <a:xfrm>
            <a:off x="954634" y="3630168"/>
            <a:ext cx="2743200" cy="411480"/>
          </a:xfrm>
          <a:prstGeom prst="rect">
            <a:avLst/>
          </a:prstGeom>
          <a:noFill/>
          <a:ln/>
        </p:spPr>
        <p:txBody>
          <a:bodyPr wrap="square" lIns="0" tIns="0" rIns="0" bIns="0" rtlCol="0" anchor="t"/>
          <a:lstStyle>
            <a:lvl1pPr marL="0" indent="0" algn="l">
              <a:lnSpc>
                <a:spcPct val="100000"/>
              </a:lnSpc>
              <a:buNone/>
              <a:defRPr lang="en-US" sz="2800" dirty="0">
                <a:solidFill>
                  <a:srgbClr val="060E1D"/>
                </a:solidFill>
                <a:latin typeface="Aptos Display" pitchFamily="34" charset="0"/>
                <a:ea typeface="Aptos Display" pitchFamily="34" charset="-122"/>
                <a:cs typeface="Aptos Display" pitchFamily="34" charset="-120"/>
              </a:defRPr>
            </a:lvl1pPr>
          </a:lstStyle>
          <a:p>
            <a:pPr marL="0" indent="0" algn="l">
              <a:lnSpc>
                <a:spcPct val="100000"/>
              </a:lnSpc>
              <a:buNone/>
            </a:pPr>
            <a:r>
              <a:rPr lang="en-US" sz="2800" dirty="0">
                <a:solidFill>
                  <a:srgbClr val="060E1D"/>
                </a:solidFill>
                <a:latin typeface="Aptos Display" pitchFamily="34" charset="0"/>
                <a:ea typeface="Aptos Display" pitchFamily="34" charset="-122"/>
                <a:cs typeface="Aptos Display" pitchFamily="34" charset="-120"/>
              </a:rPr>
              <a:t>Row label</a:t>
            </a:r>
            <a:endParaRPr lang="en-US" sz="2800" dirty="0"/>
          </a:p>
        </p:txBody>
      </p:sp>
      <p:sp>
        <p:nvSpPr>
          <p:cNvPr id="17" name="Row 2 stat 1"/>
          <p:cNvSpPr>
            <a:spLocks noGrp="1"/>
          </p:cNvSpPr>
          <p:nvPr>
            <p:ph type="body" idx="115" hasCustomPrompt="1"/>
          </p:nvPr>
        </p:nvSpPr>
        <p:spPr>
          <a:xfrm>
            <a:off x="954634" y="4114800"/>
            <a:ext cx="1920240" cy="457200"/>
          </a:xfrm>
          <a:prstGeom prst="rect">
            <a:avLst/>
          </a:prstGeom>
          <a:noFill/>
          <a:ln/>
        </p:spPr>
        <p:txBody>
          <a:bodyPr wrap="square" lIns="0" tIns="0" rIns="0" bIns="0" rtlCol="0" anchor="t"/>
          <a:lstStyle>
            <a:lvl1pPr marL="0" indent="0" algn="l">
              <a:lnSpc>
                <a:spcPct val="100000"/>
              </a:lnSpc>
              <a:buNone/>
              <a:def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100000"/>
              </a:lnSpc>
              <a:buNone/>
            </a:pPr>
            <a:r>
              <a: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3600" dirty="0"/>
          </a:p>
        </p:txBody>
      </p:sp>
      <p:sp>
        <p:nvSpPr>
          <p:cNvPr id="18" name="Row 2 label 1"/>
          <p:cNvSpPr>
            <a:spLocks noGrp="1"/>
          </p:cNvSpPr>
          <p:nvPr>
            <p:ph type="body" idx="116" hasCustomPrompt="1"/>
          </p:nvPr>
        </p:nvSpPr>
        <p:spPr>
          <a:xfrm>
            <a:off x="954634" y="4572000"/>
            <a:ext cx="1920240" cy="384048"/>
          </a:xfrm>
          <a:prstGeom prst="rect">
            <a:avLst/>
          </a:prstGeom>
          <a:noFill/>
          <a:ln/>
        </p:spPr>
        <p:txBody>
          <a:bodyPr wrap="square" lIns="0" tIns="0" rIns="0" bIns="0" rtlCol="0" anchor="t"/>
          <a:lstStyle>
            <a:lvl1pPr marL="0" indent="0" algn="l">
              <a:lnSpc>
                <a:spcPct val="10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300" dirty="0">
                <a:solidFill>
                  <a:srgbClr val="060E1D"/>
                </a:solidFill>
                <a:latin typeface="Aptos" pitchFamily="34" charset="0"/>
                <a:ea typeface="Aptos" pitchFamily="34" charset="-122"/>
                <a:cs typeface="Aptos" pitchFamily="34" charset="-120"/>
              </a:rPr>
              <a:t>Stat label</a:t>
            </a:r>
            <a:endParaRPr lang="en-US" sz="1300" dirty="0"/>
          </a:p>
        </p:txBody>
      </p:sp>
      <p:sp>
        <p:nvSpPr>
          <p:cNvPr id="19" name="Row 2 stat 2"/>
          <p:cNvSpPr>
            <a:spLocks noGrp="1"/>
          </p:cNvSpPr>
          <p:nvPr>
            <p:ph type="body" idx="117" hasCustomPrompt="1"/>
          </p:nvPr>
        </p:nvSpPr>
        <p:spPr>
          <a:xfrm>
            <a:off x="3076042" y="4114800"/>
            <a:ext cx="1920240" cy="457200"/>
          </a:xfrm>
          <a:prstGeom prst="rect">
            <a:avLst/>
          </a:prstGeom>
          <a:noFill/>
          <a:ln/>
        </p:spPr>
        <p:txBody>
          <a:bodyPr wrap="square" lIns="0" tIns="0" rIns="0" bIns="0" rtlCol="0" anchor="t"/>
          <a:lstStyle>
            <a:lvl1pPr marL="0" indent="0" algn="l">
              <a:lnSpc>
                <a:spcPct val="100000"/>
              </a:lnSpc>
              <a:buNone/>
              <a:def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100000"/>
              </a:lnSpc>
              <a:buNone/>
            </a:pPr>
            <a:r>
              <a: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3600" dirty="0"/>
          </a:p>
        </p:txBody>
      </p:sp>
      <p:sp>
        <p:nvSpPr>
          <p:cNvPr id="20" name="Row 2 label 2"/>
          <p:cNvSpPr>
            <a:spLocks noGrp="1"/>
          </p:cNvSpPr>
          <p:nvPr>
            <p:ph type="body" idx="118" hasCustomPrompt="1"/>
          </p:nvPr>
        </p:nvSpPr>
        <p:spPr>
          <a:xfrm>
            <a:off x="3076042" y="4572000"/>
            <a:ext cx="1920240" cy="384048"/>
          </a:xfrm>
          <a:prstGeom prst="rect">
            <a:avLst/>
          </a:prstGeom>
          <a:noFill/>
          <a:ln/>
        </p:spPr>
        <p:txBody>
          <a:bodyPr wrap="square" lIns="0" tIns="0" rIns="0" bIns="0" rtlCol="0" anchor="t"/>
          <a:lstStyle>
            <a:lvl1pPr marL="0" indent="0" algn="l">
              <a:lnSpc>
                <a:spcPct val="10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300" dirty="0">
                <a:solidFill>
                  <a:srgbClr val="060E1D"/>
                </a:solidFill>
                <a:latin typeface="Aptos" pitchFamily="34" charset="0"/>
                <a:ea typeface="Aptos" pitchFamily="34" charset="-122"/>
                <a:cs typeface="Aptos" pitchFamily="34" charset="-120"/>
              </a:rPr>
              <a:t>Stat label</a:t>
            </a:r>
            <a:endParaRPr lang="en-US" sz="1300" dirty="0"/>
          </a:p>
        </p:txBody>
      </p:sp>
      <p:sp>
        <p:nvSpPr>
          <p:cNvPr id="21" name="Row 2 stat 3"/>
          <p:cNvSpPr>
            <a:spLocks noGrp="1"/>
          </p:cNvSpPr>
          <p:nvPr>
            <p:ph type="body" idx="119" hasCustomPrompt="1"/>
          </p:nvPr>
        </p:nvSpPr>
        <p:spPr>
          <a:xfrm>
            <a:off x="5197450" y="4114800"/>
            <a:ext cx="1920240" cy="457200"/>
          </a:xfrm>
          <a:prstGeom prst="rect">
            <a:avLst/>
          </a:prstGeom>
          <a:noFill/>
          <a:ln/>
        </p:spPr>
        <p:txBody>
          <a:bodyPr wrap="square" lIns="0" tIns="0" rIns="0" bIns="0" rtlCol="0" anchor="t"/>
          <a:lstStyle>
            <a:lvl1pPr marL="0" indent="0" algn="l">
              <a:lnSpc>
                <a:spcPct val="100000"/>
              </a:lnSpc>
              <a:buNone/>
              <a:def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100000"/>
              </a:lnSpc>
              <a:buNone/>
            </a:pPr>
            <a:r>
              <a: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3600" dirty="0"/>
          </a:p>
        </p:txBody>
      </p:sp>
      <p:sp>
        <p:nvSpPr>
          <p:cNvPr id="22" name="Row 2 label 3"/>
          <p:cNvSpPr>
            <a:spLocks noGrp="1"/>
          </p:cNvSpPr>
          <p:nvPr>
            <p:ph type="body" idx="120" hasCustomPrompt="1"/>
          </p:nvPr>
        </p:nvSpPr>
        <p:spPr>
          <a:xfrm>
            <a:off x="5197450" y="4572000"/>
            <a:ext cx="1920240" cy="384048"/>
          </a:xfrm>
          <a:prstGeom prst="rect">
            <a:avLst/>
          </a:prstGeom>
          <a:noFill/>
          <a:ln/>
        </p:spPr>
        <p:txBody>
          <a:bodyPr wrap="square" lIns="0" tIns="0" rIns="0" bIns="0" rtlCol="0" anchor="t"/>
          <a:lstStyle>
            <a:lvl1pPr marL="0" indent="0" algn="l">
              <a:lnSpc>
                <a:spcPct val="10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300" dirty="0">
                <a:solidFill>
                  <a:srgbClr val="060E1D"/>
                </a:solidFill>
                <a:latin typeface="Aptos" pitchFamily="34" charset="0"/>
                <a:ea typeface="Aptos" pitchFamily="34" charset="-122"/>
                <a:cs typeface="Aptos" pitchFamily="34" charset="-120"/>
              </a:rPr>
              <a:t>Stat label</a:t>
            </a:r>
            <a:endParaRPr lang="en-US" sz="1300" dirty="0"/>
          </a:p>
        </p:txBody>
      </p:sp>
      <p:sp>
        <p:nvSpPr>
          <p:cNvPr id="23" name="Row 2 stat 4"/>
          <p:cNvSpPr>
            <a:spLocks noGrp="1"/>
          </p:cNvSpPr>
          <p:nvPr>
            <p:ph type="body" idx="121" hasCustomPrompt="1"/>
          </p:nvPr>
        </p:nvSpPr>
        <p:spPr>
          <a:xfrm>
            <a:off x="7318858" y="4114800"/>
            <a:ext cx="1920240" cy="457200"/>
          </a:xfrm>
          <a:prstGeom prst="rect">
            <a:avLst/>
          </a:prstGeom>
          <a:noFill/>
          <a:ln/>
        </p:spPr>
        <p:txBody>
          <a:bodyPr wrap="square" lIns="0" tIns="0" rIns="0" bIns="0" rtlCol="0" anchor="t"/>
          <a:lstStyle>
            <a:lvl1pPr marL="0" indent="0" algn="l">
              <a:lnSpc>
                <a:spcPct val="100000"/>
              </a:lnSpc>
              <a:buNone/>
              <a:def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100000"/>
              </a:lnSpc>
              <a:buNone/>
            </a:pPr>
            <a:r>
              <a: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3600" dirty="0"/>
          </a:p>
        </p:txBody>
      </p:sp>
      <p:sp>
        <p:nvSpPr>
          <p:cNvPr id="24" name="Row 2 label 4"/>
          <p:cNvSpPr>
            <a:spLocks noGrp="1"/>
          </p:cNvSpPr>
          <p:nvPr>
            <p:ph type="body" idx="122" hasCustomPrompt="1"/>
          </p:nvPr>
        </p:nvSpPr>
        <p:spPr>
          <a:xfrm>
            <a:off x="7318858" y="4572000"/>
            <a:ext cx="1920240" cy="384048"/>
          </a:xfrm>
          <a:prstGeom prst="rect">
            <a:avLst/>
          </a:prstGeom>
          <a:noFill/>
          <a:ln/>
        </p:spPr>
        <p:txBody>
          <a:bodyPr wrap="square" lIns="0" tIns="0" rIns="0" bIns="0" rtlCol="0" anchor="t"/>
          <a:lstStyle>
            <a:lvl1pPr marL="0" indent="0" algn="l">
              <a:lnSpc>
                <a:spcPct val="10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300" dirty="0">
                <a:solidFill>
                  <a:srgbClr val="060E1D"/>
                </a:solidFill>
                <a:latin typeface="Aptos" pitchFamily="34" charset="0"/>
                <a:ea typeface="Aptos" pitchFamily="34" charset="-122"/>
                <a:cs typeface="Aptos" pitchFamily="34" charset="-120"/>
              </a:rPr>
              <a:t>Stat label</a:t>
            </a:r>
            <a:endParaRPr lang="en-US" sz="1300" dirty="0"/>
          </a:p>
        </p:txBody>
      </p:sp>
      <p:sp>
        <p:nvSpPr>
          <p:cNvPr id="25" name="Row 2 stat 5"/>
          <p:cNvSpPr>
            <a:spLocks noGrp="1"/>
          </p:cNvSpPr>
          <p:nvPr>
            <p:ph type="body" idx="123" hasCustomPrompt="1"/>
          </p:nvPr>
        </p:nvSpPr>
        <p:spPr>
          <a:xfrm>
            <a:off x="9440266" y="4114800"/>
            <a:ext cx="1920240" cy="457200"/>
          </a:xfrm>
          <a:prstGeom prst="rect">
            <a:avLst/>
          </a:prstGeom>
          <a:noFill/>
          <a:ln/>
        </p:spPr>
        <p:txBody>
          <a:bodyPr wrap="square" lIns="0" tIns="0" rIns="0" bIns="0" rtlCol="0" anchor="t"/>
          <a:lstStyle>
            <a:lvl1pPr marL="0" indent="0" algn="l">
              <a:lnSpc>
                <a:spcPct val="100000"/>
              </a:lnSpc>
              <a:buNone/>
              <a:def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defRPr>
            </a:lvl1pPr>
          </a:lstStyle>
          <a:p>
            <a:pPr marL="0" indent="0" algn="l">
              <a:lnSpc>
                <a:spcPct val="100000"/>
              </a:lnSpc>
              <a:buNone/>
            </a:pPr>
            <a:r>
              <a:rPr lang="en-US" sz="3600" dirty="0">
                <a:gradFill>
                  <a:gsLst>
                    <a:gs pos="0">
                      <a:srgbClr val="060E1D"/>
                    </a:gs>
                    <a:gs pos="55000">
                      <a:srgbClr val="2B7F7B"/>
                    </a:gs>
                    <a:gs pos="100000">
                      <a:srgbClr val="69DED7"/>
                    </a:gs>
                  </a:gsLst>
                  <a:lin ang="0" scaled="1"/>
                </a:gradFill>
                <a:latin typeface="Aptos" pitchFamily="34" charset="0"/>
                <a:ea typeface="Aptos" pitchFamily="34" charset="-122"/>
                <a:cs typeface="Aptos" pitchFamily="34" charset="-120"/>
              </a:rPr>
              <a:t>00</a:t>
            </a:r>
            <a:endParaRPr lang="en-US" sz="3600" dirty="0"/>
          </a:p>
        </p:txBody>
      </p:sp>
      <p:sp>
        <p:nvSpPr>
          <p:cNvPr id="26" name="Row 2 label 5"/>
          <p:cNvSpPr>
            <a:spLocks noGrp="1"/>
          </p:cNvSpPr>
          <p:nvPr>
            <p:ph type="body" idx="124" hasCustomPrompt="1"/>
          </p:nvPr>
        </p:nvSpPr>
        <p:spPr>
          <a:xfrm>
            <a:off x="9440266" y="4572000"/>
            <a:ext cx="1920240" cy="384048"/>
          </a:xfrm>
          <a:prstGeom prst="rect">
            <a:avLst/>
          </a:prstGeom>
          <a:noFill/>
          <a:ln/>
        </p:spPr>
        <p:txBody>
          <a:bodyPr wrap="square" lIns="0" tIns="0" rIns="0" bIns="0" rtlCol="0" anchor="t"/>
          <a:lstStyle>
            <a:lvl1pPr marL="0" indent="0" algn="l">
              <a:lnSpc>
                <a:spcPct val="10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300" dirty="0">
                <a:solidFill>
                  <a:srgbClr val="060E1D"/>
                </a:solidFill>
                <a:latin typeface="Aptos" pitchFamily="34" charset="0"/>
                <a:ea typeface="Aptos" pitchFamily="34" charset="-122"/>
                <a:cs typeface="Aptos" pitchFamily="34" charset="-120"/>
              </a:rPr>
              <a:t>Stat label</a:t>
            </a:r>
            <a:endParaRPr lang="en-US" sz="1300" dirty="0"/>
          </a:p>
        </p:txBody>
      </p:sp>
      <p:sp>
        <p:nvSpPr>
          <p:cNvPr id="27" name="Pill note"/>
          <p:cNvSpPr>
            <a:spLocks noGrp="1"/>
          </p:cNvSpPr>
          <p:nvPr>
            <p:ph type="body" idx="125" hasCustomPrompt="1"/>
          </p:nvPr>
        </p:nvSpPr>
        <p:spPr>
          <a:xfrm>
            <a:off x="634594" y="5257800"/>
            <a:ext cx="868680" cy="365760"/>
          </a:xfrm>
          <a:prstGeom prst="roundRect">
            <a:avLst>
              <a:gd name="adj" fmla="val 50000"/>
            </a:avLst>
          </a:prstGeom>
          <a:solidFill>
            <a:srgbClr val="69DED7"/>
          </a:solidFill>
          <a:ln>
            <a:noFill/>
          </a:ln>
        </p:spPr>
        <p:txBody>
          <a:bodyPr wrap="square" lIns="0" tIns="0" rIns="0" bIns="0" rtlCol="0" anchor="ctr"/>
          <a:lstStyle>
            <a:lvl1pPr marL="0" indent="0" algn="ctr">
              <a:lnSpc>
                <a:spcPct val="100000"/>
              </a:lnSpc>
              <a:buNone/>
              <a:defRPr lang="en-US" sz="1300" dirty="0">
                <a:solidFill>
                  <a:srgbClr val="060E1D"/>
                </a:solidFill>
                <a:latin typeface="Aptos" pitchFamily="34" charset="0"/>
                <a:ea typeface="Aptos" pitchFamily="34" charset="-122"/>
                <a:cs typeface="Aptos" pitchFamily="34" charset="-120"/>
              </a:defRPr>
            </a:lvl1pPr>
          </a:lstStyle>
          <a:p>
            <a:pPr marL="0" indent="0" algn="ctr">
              <a:lnSpc>
                <a:spcPct val="100000"/>
              </a:lnSpc>
              <a:buNone/>
            </a:pPr>
            <a:r>
              <a:rPr lang="en-US" sz="1300" dirty="0">
                <a:solidFill>
                  <a:srgbClr val="060E1D"/>
                </a:solidFill>
                <a:latin typeface="Aptos" pitchFamily="34" charset="0"/>
                <a:ea typeface="Aptos" pitchFamily="34" charset="-122"/>
                <a:cs typeface="Aptos" pitchFamily="34" charset="-120"/>
              </a:rPr>
              <a:t>Note</a:t>
            </a:r>
            <a:endParaRPr lang="en-US" sz="1300" dirty="0"/>
          </a:p>
        </p:txBody>
      </p:sp>
      <p:sp>
        <p:nvSpPr>
          <p:cNvPr id="28" name="Note text"/>
          <p:cNvSpPr>
            <a:spLocks noGrp="1"/>
          </p:cNvSpPr>
          <p:nvPr>
            <p:ph type="body" idx="126" hasCustomPrompt="1"/>
          </p:nvPr>
        </p:nvSpPr>
        <p:spPr>
          <a:xfrm>
            <a:off x="1686154" y="5212080"/>
            <a:ext cx="9870948" cy="640080"/>
          </a:xfrm>
          <a:prstGeom prst="rect">
            <a:avLst/>
          </a:prstGeom>
          <a:noFill/>
          <a:ln/>
        </p:spPr>
        <p:txBody>
          <a:bodyPr wrap="square" lIns="0" tIns="0" rIns="0" bIns="0" rtlCol="0" anchor="ctr"/>
          <a:lstStyle>
            <a:lvl1pPr marL="0" indent="0" algn="l">
              <a:lnSpc>
                <a:spcPct val="80000"/>
              </a:lnSpc>
              <a:buNone/>
              <a:defRPr lang="en-US" sz="14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060E1D"/>
                </a:solidFill>
                <a:latin typeface="Aptos" pitchFamily="34" charset="0"/>
                <a:ea typeface="Aptos" pitchFamily="34" charset="-122"/>
                <a:cs typeface="Aptos" pitchFamily="34" charset="-120"/>
              </a:rPr>
              <a:t>Note text, 14pt</a:t>
            </a:r>
            <a:endParaRPr lang="en-US" sz="1400" dirty="0"/>
          </a:p>
        </p:txBody>
      </p:sp>
      <p:pic>
        <p:nvPicPr>
          <p:cNvPr id="29"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30" name="Text 2"/>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31" name="Source"/>
          <p:cNvSpPr>
            <a:spLocks noGrp="1"/>
          </p:cNvSpPr>
          <p:nvPr>
            <p:ph type="body" idx="129"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32"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Photo · full bleed">
    <p:bg>
      <p:bgPr>
        <a:solidFill>
          <a:srgbClr val="FFFFFF"/>
        </a:solidFill>
        <a:effectLst/>
      </p:bgPr>
    </p:bg>
    <p:spTree>
      <p:nvGrpSpPr>
        <p:cNvPr id="1" name=""/>
        <p:cNvGrpSpPr/>
        <p:nvPr/>
      </p:nvGrpSpPr>
      <p:grpSpPr>
        <a:xfrm>
          <a:off x="0" y="0"/>
          <a:ext cx="0" cy="0"/>
          <a:chOff x="0" y="0"/>
          <a:chExt cx="0" cy="0"/>
        </a:xfrm>
      </p:grpSpPr>
      <p:sp>
        <p:nvSpPr>
          <p:cNvPr id="2" name="Photo"/>
          <p:cNvSpPr>
            <a:spLocks noGrp="1"/>
          </p:cNvSpPr>
          <p:nvPr>
            <p:ph type="pic" idx="100" hasCustomPrompt="1"/>
          </p:nvPr>
        </p:nvSpPr>
        <p:spPr>
          <a:xfrm>
            <a:off x="0" y="0"/>
            <a:ext cx="12191695"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full-bleed photo</a:t>
            </a:r>
            <a:endParaRPr lang="en-US" sz="1600"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Photo · full bleed + box left">
    <p:bg>
      <p:bgPr>
        <a:solidFill>
          <a:srgbClr val="FFFFFF"/>
        </a:solidFill>
        <a:effectLst/>
      </p:bgPr>
    </p:bg>
    <p:spTree>
      <p:nvGrpSpPr>
        <p:cNvPr id="1" name=""/>
        <p:cNvGrpSpPr/>
        <p:nvPr/>
      </p:nvGrpSpPr>
      <p:grpSpPr>
        <a:xfrm>
          <a:off x="0" y="0"/>
          <a:ext cx="0" cy="0"/>
          <a:chOff x="0" y="0"/>
          <a:chExt cx="0" cy="0"/>
        </a:xfrm>
      </p:grpSpPr>
      <p:sp>
        <p:nvSpPr>
          <p:cNvPr id="2" name="Photo"/>
          <p:cNvSpPr>
            <a:spLocks noGrp="1"/>
          </p:cNvSpPr>
          <p:nvPr>
            <p:ph type="pic" idx="100" hasCustomPrompt="1"/>
          </p:nvPr>
        </p:nvSpPr>
        <p:spPr>
          <a:xfrm>
            <a:off x="0" y="0"/>
            <a:ext cx="12191695"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full-bleed photo</a:t>
            </a:r>
            <a:endParaRPr lang="en-US" sz="1600" dirty="0"/>
          </a:p>
        </p:txBody>
      </p:sp>
      <p:sp>
        <p:nvSpPr>
          <p:cNvPr id="3" name="Box"/>
          <p:cNvSpPr>
            <a:spLocks noGrp="1"/>
          </p:cNvSpPr>
          <p:nvPr>
            <p:ph type="body" idx="101" hasCustomPrompt="1"/>
          </p:nvPr>
        </p:nvSpPr>
        <p:spPr>
          <a:xfrm>
            <a:off x="634594" y="640080"/>
            <a:ext cx="4937760" cy="5577840"/>
          </a:xfrm>
          <a:prstGeom prst="roundRect">
            <a:avLst>
              <a:gd name="adj" fmla="val 1851"/>
            </a:avLst>
          </a:prstGeom>
          <a:solidFill>
            <a:srgbClr val="FFFFFF"/>
          </a:solidFill>
          <a:ln>
            <a:noFill/>
          </a:ln>
        </p:spPr>
        <p:txBody>
          <a:bodyPr wrap="square" lIns="368300" tIns="2021839" rIns="368300" bIns="36830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060E1D"/>
                </a:solidFill>
                <a:latin typeface="Aptos" pitchFamily="34" charset="0"/>
                <a:ea typeface="Aptos" pitchFamily="34" charset="-122"/>
                <a:cs typeface="Aptos" pitchFamily="34" charset="-120"/>
              </a:rPr>
              <a:t>Text inside the white box, 16pt</a:t>
            </a:r>
            <a:endParaRPr lang="en-US" sz="1600" dirty="0"/>
          </a:p>
        </p:txBody>
      </p:sp>
      <p:sp>
        <p:nvSpPr>
          <p:cNvPr id="4" name="Pill tag"/>
          <p:cNvSpPr>
            <a:spLocks noGrp="1"/>
          </p:cNvSpPr>
          <p:nvPr>
            <p:ph type="body" idx="102" hasCustomPrompt="1"/>
          </p:nvPr>
        </p:nvSpPr>
        <p:spPr>
          <a:xfrm>
            <a:off x="1000354" y="960120"/>
            <a:ext cx="2011680" cy="365760"/>
          </a:xfrm>
          <a:prstGeom prst="roundRect">
            <a:avLst>
              <a:gd name="adj" fmla="val 50000"/>
            </a:avLst>
          </a:prstGeom>
          <a:solidFill>
            <a:srgbClr val="69DED7"/>
          </a:solidFill>
          <a:ln>
            <a:noFill/>
          </a:ln>
        </p:spPr>
        <p:txBody>
          <a:bodyPr wrap="square" lIns="0" tIns="0" rIns="0" bIns="0" rtlCol="0" anchor="ctr"/>
          <a:lstStyle>
            <a:lvl1pPr marL="0" indent="0" algn="ctr">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ctr">
              <a:lnSpc>
                <a:spcPct val="100000"/>
              </a:lnSpc>
              <a:buNone/>
            </a:pPr>
            <a:r>
              <a:rPr lang="en-US" sz="1400" dirty="0">
                <a:solidFill>
                  <a:srgbClr val="060E1D"/>
                </a:solidFill>
                <a:latin typeface="Aptos" pitchFamily="34" charset="0"/>
                <a:ea typeface="Aptos" pitchFamily="34" charset="-122"/>
                <a:cs typeface="Aptos" pitchFamily="34" charset="-120"/>
              </a:rPr>
              <a:t>Tag</a:t>
            </a:r>
            <a:endParaRPr lang="en-US" sz="1400" dirty="0"/>
          </a:p>
        </p:txBody>
      </p:sp>
      <p:sp>
        <p:nvSpPr>
          <p:cNvPr id="5" name="Title"/>
          <p:cNvSpPr>
            <a:spLocks noGrp="1"/>
          </p:cNvSpPr>
          <p:nvPr>
            <p:ph type="title" idx="103" hasCustomPrompt="1"/>
          </p:nvPr>
        </p:nvSpPr>
        <p:spPr>
          <a:xfrm>
            <a:off x="1000354" y="1508760"/>
            <a:ext cx="4206240" cy="1005840"/>
          </a:xfrm>
          <a:prstGeom prst="rect">
            <a:avLst/>
          </a:prstGeom>
          <a:noFill/>
          <a:ln/>
        </p:spPr>
        <p:txBody>
          <a:bodyPr wrap="square" lIns="0" tIns="0" rIns="0" bIns="0" rtlCol="0" anchor="t"/>
          <a:lstStyle>
            <a:lvl1pPr marL="0" indent="0" algn="l">
              <a:lnSpc>
                <a:spcPct val="80000"/>
              </a:lnSpc>
              <a:buNone/>
              <a:defRPr lang="en-US" sz="32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3200" dirty="0">
                <a:solidFill>
                  <a:srgbClr val="060E1D"/>
                </a:solidFill>
                <a:latin typeface="Aptos Display" pitchFamily="34" charset="0"/>
                <a:ea typeface="Aptos Display" pitchFamily="34" charset="-122"/>
                <a:cs typeface="Aptos Display" pitchFamily="34" charset="-120"/>
              </a:rPr>
              <a:t>Heading in the box</a:t>
            </a:r>
            <a:endParaRPr lang="en-US" sz="3200"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Photo · full bleed + box right">
    <p:bg>
      <p:bgPr>
        <a:solidFill>
          <a:srgbClr val="FFFFFF"/>
        </a:solidFill>
        <a:effectLst/>
      </p:bgPr>
    </p:bg>
    <p:spTree>
      <p:nvGrpSpPr>
        <p:cNvPr id="1" name=""/>
        <p:cNvGrpSpPr/>
        <p:nvPr/>
      </p:nvGrpSpPr>
      <p:grpSpPr>
        <a:xfrm>
          <a:off x="0" y="0"/>
          <a:ext cx="0" cy="0"/>
          <a:chOff x="0" y="0"/>
          <a:chExt cx="0" cy="0"/>
        </a:xfrm>
      </p:grpSpPr>
      <p:sp>
        <p:nvSpPr>
          <p:cNvPr id="2" name="Photo"/>
          <p:cNvSpPr>
            <a:spLocks noGrp="1"/>
          </p:cNvSpPr>
          <p:nvPr>
            <p:ph type="pic" idx="100" hasCustomPrompt="1"/>
          </p:nvPr>
        </p:nvSpPr>
        <p:spPr>
          <a:xfrm>
            <a:off x="0" y="0"/>
            <a:ext cx="12191695"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full-bleed photo</a:t>
            </a:r>
            <a:endParaRPr lang="en-US" sz="1600" dirty="0"/>
          </a:p>
        </p:txBody>
      </p:sp>
      <p:sp>
        <p:nvSpPr>
          <p:cNvPr id="3" name="Box"/>
          <p:cNvSpPr>
            <a:spLocks noGrp="1"/>
          </p:cNvSpPr>
          <p:nvPr>
            <p:ph type="body" idx="101" hasCustomPrompt="1"/>
          </p:nvPr>
        </p:nvSpPr>
        <p:spPr>
          <a:xfrm>
            <a:off x="6619342" y="640080"/>
            <a:ext cx="4937760" cy="5577840"/>
          </a:xfrm>
          <a:prstGeom prst="roundRect">
            <a:avLst>
              <a:gd name="adj" fmla="val 1851"/>
            </a:avLst>
          </a:prstGeom>
          <a:solidFill>
            <a:srgbClr val="FFFFFF"/>
          </a:solidFill>
          <a:ln>
            <a:noFill/>
          </a:ln>
        </p:spPr>
        <p:txBody>
          <a:bodyPr wrap="square" lIns="368300" tIns="2021839" rIns="368300" bIns="36830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060E1D"/>
                </a:solidFill>
                <a:latin typeface="Aptos" pitchFamily="34" charset="0"/>
                <a:ea typeface="Aptos" pitchFamily="34" charset="-122"/>
                <a:cs typeface="Aptos" pitchFamily="34" charset="-120"/>
              </a:rPr>
              <a:t>Text inside the white box, 16pt</a:t>
            </a:r>
            <a:endParaRPr lang="en-US" sz="1600" dirty="0"/>
          </a:p>
        </p:txBody>
      </p:sp>
      <p:sp>
        <p:nvSpPr>
          <p:cNvPr id="4" name="Pill tag"/>
          <p:cNvSpPr>
            <a:spLocks noGrp="1"/>
          </p:cNvSpPr>
          <p:nvPr>
            <p:ph type="body" idx="102" hasCustomPrompt="1"/>
          </p:nvPr>
        </p:nvSpPr>
        <p:spPr>
          <a:xfrm>
            <a:off x="6985102" y="960120"/>
            <a:ext cx="2011680" cy="365760"/>
          </a:xfrm>
          <a:prstGeom prst="roundRect">
            <a:avLst>
              <a:gd name="adj" fmla="val 50000"/>
            </a:avLst>
          </a:prstGeom>
          <a:solidFill>
            <a:srgbClr val="69DED7"/>
          </a:solidFill>
          <a:ln>
            <a:noFill/>
          </a:ln>
        </p:spPr>
        <p:txBody>
          <a:bodyPr wrap="square" lIns="0" tIns="0" rIns="0" bIns="0" rtlCol="0" anchor="ctr"/>
          <a:lstStyle>
            <a:lvl1pPr marL="0" indent="0" algn="ctr">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ctr">
              <a:lnSpc>
                <a:spcPct val="100000"/>
              </a:lnSpc>
              <a:buNone/>
            </a:pPr>
            <a:r>
              <a:rPr lang="en-US" sz="1400" dirty="0">
                <a:solidFill>
                  <a:srgbClr val="060E1D"/>
                </a:solidFill>
                <a:latin typeface="Aptos" pitchFamily="34" charset="0"/>
                <a:ea typeface="Aptos" pitchFamily="34" charset="-122"/>
                <a:cs typeface="Aptos" pitchFamily="34" charset="-120"/>
              </a:rPr>
              <a:t>Tag</a:t>
            </a:r>
            <a:endParaRPr lang="en-US" sz="1400" dirty="0"/>
          </a:p>
        </p:txBody>
      </p:sp>
      <p:sp>
        <p:nvSpPr>
          <p:cNvPr id="5" name="Title"/>
          <p:cNvSpPr>
            <a:spLocks noGrp="1"/>
          </p:cNvSpPr>
          <p:nvPr>
            <p:ph type="title" idx="103" hasCustomPrompt="1"/>
          </p:nvPr>
        </p:nvSpPr>
        <p:spPr>
          <a:xfrm>
            <a:off x="6985102" y="1508760"/>
            <a:ext cx="4206240" cy="1005840"/>
          </a:xfrm>
          <a:prstGeom prst="rect">
            <a:avLst/>
          </a:prstGeom>
          <a:noFill/>
          <a:ln/>
        </p:spPr>
        <p:txBody>
          <a:bodyPr wrap="square" lIns="0" tIns="0" rIns="0" bIns="0" rtlCol="0" anchor="t"/>
          <a:lstStyle>
            <a:lvl1pPr marL="0" indent="0" algn="l">
              <a:lnSpc>
                <a:spcPct val="80000"/>
              </a:lnSpc>
              <a:buNone/>
              <a:defRPr lang="en-US" sz="32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3200" dirty="0">
                <a:solidFill>
                  <a:srgbClr val="060E1D"/>
                </a:solidFill>
                <a:latin typeface="Aptos Display" pitchFamily="34" charset="0"/>
                <a:ea typeface="Aptos Display" pitchFamily="34" charset="-122"/>
                <a:cs typeface="Aptos Display" pitchFamily="34" charset="-120"/>
              </a:rPr>
              <a:t>Heading in the box</a:t>
            </a:r>
            <a:endParaRPr lang="en-US" sz="3200"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Photo · full bleed + box bottom">
    <p:bg>
      <p:bgPr>
        <a:solidFill>
          <a:srgbClr val="FFFFFF"/>
        </a:solidFill>
        <a:effectLst/>
      </p:bgPr>
    </p:bg>
    <p:spTree>
      <p:nvGrpSpPr>
        <p:cNvPr id="1" name=""/>
        <p:cNvGrpSpPr/>
        <p:nvPr/>
      </p:nvGrpSpPr>
      <p:grpSpPr>
        <a:xfrm>
          <a:off x="0" y="0"/>
          <a:ext cx="0" cy="0"/>
          <a:chOff x="0" y="0"/>
          <a:chExt cx="0" cy="0"/>
        </a:xfrm>
      </p:grpSpPr>
      <p:sp>
        <p:nvSpPr>
          <p:cNvPr id="2" name="Photo"/>
          <p:cNvSpPr>
            <a:spLocks noGrp="1"/>
          </p:cNvSpPr>
          <p:nvPr>
            <p:ph type="pic" idx="100" hasCustomPrompt="1"/>
          </p:nvPr>
        </p:nvSpPr>
        <p:spPr>
          <a:xfrm>
            <a:off x="0" y="0"/>
            <a:ext cx="12191695"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full-bleed photo</a:t>
            </a:r>
            <a:endParaRPr lang="en-US" sz="1600" dirty="0"/>
          </a:p>
        </p:txBody>
      </p:sp>
      <p:sp>
        <p:nvSpPr>
          <p:cNvPr id="3" name="Box"/>
          <p:cNvSpPr>
            <a:spLocks noGrp="1"/>
          </p:cNvSpPr>
          <p:nvPr>
            <p:ph type="body" idx="101" hasCustomPrompt="1"/>
          </p:nvPr>
        </p:nvSpPr>
        <p:spPr>
          <a:xfrm>
            <a:off x="634594" y="3886200"/>
            <a:ext cx="10922508" cy="2331720"/>
          </a:xfrm>
          <a:prstGeom prst="roundRect">
            <a:avLst>
              <a:gd name="adj" fmla="val 3921"/>
            </a:avLst>
          </a:prstGeom>
          <a:solidFill>
            <a:srgbClr val="FFFFFF"/>
          </a:solidFill>
          <a:ln>
            <a:noFill/>
          </a:ln>
        </p:spPr>
        <p:txBody>
          <a:bodyPr wrap="square" lIns="5486400" tIns="317500" rIns="368300" bIns="27940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060E1D"/>
                </a:solidFill>
                <a:latin typeface="Aptos" pitchFamily="34" charset="0"/>
                <a:ea typeface="Aptos" pitchFamily="34" charset="-122"/>
                <a:cs typeface="Aptos" pitchFamily="34" charset="-120"/>
              </a:rPr>
              <a:t>Text inside the white box, 16pt</a:t>
            </a:r>
            <a:endParaRPr lang="en-US" sz="1600" dirty="0"/>
          </a:p>
        </p:txBody>
      </p:sp>
      <p:sp>
        <p:nvSpPr>
          <p:cNvPr id="4" name="Pill tag"/>
          <p:cNvSpPr>
            <a:spLocks noGrp="1"/>
          </p:cNvSpPr>
          <p:nvPr>
            <p:ph type="body" idx="102" hasCustomPrompt="1"/>
          </p:nvPr>
        </p:nvSpPr>
        <p:spPr>
          <a:xfrm>
            <a:off x="1000354" y="4206240"/>
            <a:ext cx="2011680" cy="365760"/>
          </a:xfrm>
          <a:prstGeom prst="roundRect">
            <a:avLst>
              <a:gd name="adj" fmla="val 50000"/>
            </a:avLst>
          </a:prstGeom>
          <a:solidFill>
            <a:srgbClr val="69DED7"/>
          </a:solidFill>
          <a:ln>
            <a:noFill/>
          </a:ln>
        </p:spPr>
        <p:txBody>
          <a:bodyPr wrap="square" lIns="0" tIns="0" rIns="0" bIns="0" rtlCol="0" anchor="ctr"/>
          <a:lstStyle>
            <a:lvl1pPr marL="0" indent="0" algn="ctr">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ctr">
              <a:lnSpc>
                <a:spcPct val="100000"/>
              </a:lnSpc>
              <a:buNone/>
            </a:pPr>
            <a:r>
              <a:rPr lang="en-US" sz="1400" dirty="0">
                <a:solidFill>
                  <a:srgbClr val="060E1D"/>
                </a:solidFill>
                <a:latin typeface="Aptos" pitchFamily="34" charset="0"/>
                <a:ea typeface="Aptos" pitchFamily="34" charset="-122"/>
                <a:cs typeface="Aptos" pitchFamily="34" charset="-120"/>
              </a:rPr>
              <a:t>Tag</a:t>
            </a:r>
            <a:endParaRPr lang="en-US" sz="1400" dirty="0"/>
          </a:p>
        </p:txBody>
      </p:sp>
      <p:sp>
        <p:nvSpPr>
          <p:cNvPr id="5" name="Title"/>
          <p:cNvSpPr>
            <a:spLocks noGrp="1"/>
          </p:cNvSpPr>
          <p:nvPr>
            <p:ph type="title" idx="103" hasCustomPrompt="1"/>
          </p:nvPr>
        </p:nvSpPr>
        <p:spPr>
          <a:xfrm>
            <a:off x="1000354" y="4754880"/>
            <a:ext cx="4754880" cy="1188720"/>
          </a:xfrm>
          <a:prstGeom prst="rect">
            <a:avLst/>
          </a:prstGeom>
          <a:noFill/>
          <a:ln/>
        </p:spPr>
        <p:txBody>
          <a:bodyPr wrap="square" lIns="0" tIns="0" rIns="0" bIns="0" rtlCol="0" anchor="t"/>
          <a:lstStyle>
            <a:lvl1pPr marL="0" indent="0" algn="l">
              <a:lnSpc>
                <a:spcPct val="80000"/>
              </a:lnSpc>
              <a:buNone/>
              <a:defRPr lang="en-US" sz="32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3200" dirty="0">
                <a:solidFill>
                  <a:srgbClr val="060E1D"/>
                </a:solidFill>
                <a:latin typeface="Aptos Display" pitchFamily="34" charset="0"/>
                <a:ea typeface="Aptos Display" pitchFamily="34" charset="-122"/>
                <a:cs typeface="Aptos Display" pitchFamily="34" charset="-120"/>
              </a:rPr>
              <a:t>Heading in the box</a:t>
            </a:r>
            <a:endParaRPr lang="en-US" sz="3200"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Photo · full bleed + caption">
    <p:bg>
      <p:bgPr>
        <a:solidFill>
          <a:srgbClr val="FFFFFF"/>
        </a:solidFill>
        <a:effectLst/>
      </p:bgPr>
    </p:bg>
    <p:spTree>
      <p:nvGrpSpPr>
        <p:cNvPr id="1" name=""/>
        <p:cNvGrpSpPr/>
        <p:nvPr/>
      </p:nvGrpSpPr>
      <p:grpSpPr>
        <a:xfrm>
          <a:off x="0" y="0"/>
          <a:ext cx="0" cy="0"/>
          <a:chOff x="0" y="0"/>
          <a:chExt cx="0" cy="0"/>
        </a:xfrm>
      </p:grpSpPr>
      <p:sp>
        <p:nvSpPr>
          <p:cNvPr id="2" name="Photo"/>
          <p:cNvSpPr>
            <a:spLocks noGrp="1"/>
          </p:cNvSpPr>
          <p:nvPr>
            <p:ph type="pic" idx="100" hasCustomPrompt="1"/>
          </p:nvPr>
        </p:nvSpPr>
        <p:spPr>
          <a:xfrm>
            <a:off x="0" y="0"/>
            <a:ext cx="12191695"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full-bleed photo</a:t>
            </a:r>
            <a:endParaRPr lang="en-US" sz="1600" dirty="0"/>
          </a:p>
        </p:txBody>
      </p:sp>
      <p:sp>
        <p:nvSpPr>
          <p:cNvPr id="3" name="Caption"/>
          <p:cNvSpPr>
            <a:spLocks noGrp="1"/>
          </p:cNvSpPr>
          <p:nvPr>
            <p:ph type="body" idx="101" hasCustomPrompt="1"/>
          </p:nvPr>
        </p:nvSpPr>
        <p:spPr>
          <a:xfrm>
            <a:off x="634594" y="5074920"/>
            <a:ext cx="5852160" cy="914400"/>
          </a:xfrm>
          <a:prstGeom prst="roundRect">
            <a:avLst>
              <a:gd name="adj" fmla="val 10000"/>
            </a:avLst>
          </a:prstGeom>
          <a:solidFill>
            <a:srgbClr val="FFFFFF"/>
          </a:solidFill>
          <a:ln>
            <a:noFill/>
          </a:ln>
        </p:spPr>
        <p:txBody>
          <a:bodyPr wrap="square" lIns="317500" tIns="0" rIns="317500" bIns="0" rtlCol="0" anchor="ctr"/>
          <a:lstStyle>
            <a:lvl1pPr marL="0" indent="0" algn="l">
              <a:lnSpc>
                <a:spcPct val="80000"/>
              </a:lnSpc>
              <a:buNone/>
              <a:defRPr lang="en-US" sz="28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2800" dirty="0">
                <a:solidFill>
                  <a:srgbClr val="060E1D"/>
                </a:solidFill>
                <a:latin typeface="Aptos Display" pitchFamily="34" charset="0"/>
                <a:ea typeface="Aptos Display" pitchFamily="34" charset="-122"/>
                <a:cs typeface="Aptos Display" pitchFamily="34" charset="-120"/>
              </a:rPr>
              <a:t>Caption in a white card</a:t>
            </a:r>
            <a:endParaRPr lang="en-US" sz="2800"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Photo · two halves">
    <p:bg>
      <p:bgPr>
        <a:solidFill>
          <a:srgbClr val="FFFFFF"/>
        </a:solidFill>
        <a:effectLst/>
      </p:bgPr>
    </p:bg>
    <p:spTree>
      <p:nvGrpSpPr>
        <p:cNvPr id="1" name=""/>
        <p:cNvGrpSpPr/>
        <p:nvPr/>
      </p:nvGrpSpPr>
      <p:grpSpPr>
        <a:xfrm>
          <a:off x="0" y="0"/>
          <a:ext cx="0" cy="0"/>
          <a:chOff x="0" y="0"/>
          <a:chExt cx="0" cy="0"/>
        </a:xfrm>
      </p:grpSpPr>
      <p:sp>
        <p:nvSpPr>
          <p:cNvPr id="2" name="Photo 1"/>
          <p:cNvSpPr>
            <a:spLocks noGrp="1"/>
          </p:cNvSpPr>
          <p:nvPr>
            <p:ph type="pic" idx="100" hasCustomPrompt="1"/>
          </p:nvPr>
        </p:nvSpPr>
        <p:spPr>
          <a:xfrm>
            <a:off x="0" y="0"/>
            <a:ext cx="6095848"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3" name="Photo 2"/>
          <p:cNvSpPr>
            <a:spLocks noGrp="1"/>
          </p:cNvSpPr>
          <p:nvPr>
            <p:ph type="pic" idx="101" hasCustomPrompt="1"/>
          </p:nvPr>
        </p:nvSpPr>
        <p:spPr>
          <a:xfrm>
            <a:off x="6095848" y="0"/>
            <a:ext cx="6095848"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Photo · three columns + text">
    <p:bg>
      <p:bgPr>
        <a:solidFill>
          <a:srgbClr val="FFFFFF"/>
        </a:solidFill>
        <a:effectLst/>
      </p:bgPr>
    </p:bg>
    <p:spTree>
      <p:nvGrpSpPr>
        <p:cNvPr id="1" name=""/>
        <p:cNvGrpSpPr/>
        <p:nvPr/>
      </p:nvGrpSpPr>
      <p:grpSpPr>
        <a:xfrm>
          <a:off x="0" y="0"/>
          <a:ext cx="0" cy="0"/>
          <a:chOff x="0" y="0"/>
          <a:chExt cx="0" cy="0"/>
        </a:xfrm>
      </p:grpSpPr>
      <p:sp>
        <p:nvSpPr>
          <p:cNvPr id="2" name="Photo 1"/>
          <p:cNvSpPr>
            <a:spLocks noGrp="1"/>
          </p:cNvSpPr>
          <p:nvPr>
            <p:ph type="pic" idx="100" hasCustomPrompt="1"/>
          </p:nvPr>
        </p:nvSpPr>
        <p:spPr>
          <a:xfrm>
            <a:off x="0" y="0"/>
            <a:ext cx="4063898"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3" name="Photo 2"/>
          <p:cNvSpPr>
            <a:spLocks noGrp="1"/>
          </p:cNvSpPr>
          <p:nvPr>
            <p:ph type="pic" idx="101" hasCustomPrompt="1"/>
          </p:nvPr>
        </p:nvSpPr>
        <p:spPr>
          <a:xfrm>
            <a:off x="4063898" y="0"/>
            <a:ext cx="4063898"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4" name="Photo 3"/>
          <p:cNvSpPr>
            <a:spLocks noGrp="1"/>
          </p:cNvSpPr>
          <p:nvPr>
            <p:ph type="pic" idx="102" hasCustomPrompt="1"/>
          </p:nvPr>
        </p:nvSpPr>
        <p:spPr>
          <a:xfrm>
            <a:off x="8127797" y="0"/>
            <a:ext cx="4063898"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5" name="Caption 1"/>
          <p:cNvSpPr>
            <a:spLocks noGrp="1"/>
          </p:cNvSpPr>
          <p:nvPr>
            <p:ph type="body" idx="103" hasCustomPrompt="1"/>
          </p:nvPr>
        </p:nvSpPr>
        <p:spPr>
          <a:xfrm>
            <a:off x="320040" y="4846320"/>
            <a:ext cx="3423818" cy="1371600"/>
          </a:xfrm>
          <a:prstGeom prst="roundRect">
            <a:avLst>
              <a:gd name="adj" fmla="val 6666"/>
            </a:avLst>
          </a:prstGeom>
          <a:solidFill>
            <a:srgbClr val="FFFFFF"/>
          </a:solidFill>
          <a:ln>
            <a:noFill/>
          </a:ln>
        </p:spPr>
        <p:txBody>
          <a:bodyPr wrap="square" lIns="228600" tIns="177800" rIns="228600" bIns="177800" rtlCol="0" anchor="t"/>
          <a:lstStyle>
            <a:lvl1pPr marL="0" indent="0" algn="l">
              <a:lnSpc>
                <a:spcPct val="80000"/>
              </a:lnSpc>
              <a:buNone/>
              <a:defRPr lang="en-US" sz="15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500" dirty="0">
                <a:solidFill>
                  <a:srgbClr val="060E1D"/>
                </a:solidFill>
                <a:latin typeface="Aptos" pitchFamily="34" charset="0"/>
                <a:ea typeface="Aptos" pitchFamily="34" charset="-122"/>
                <a:cs typeface="Aptos" pitchFamily="34" charset="-120"/>
              </a:rPr>
              <a:t>Caption text, 15pt</a:t>
            </a:r>
            <a:endParaRPr lang="en-US" sz="1500" dirty="0"/>
          </a:p>
        </p:txBody>
      </p:sp>
      <p:sp>
        <p:nvSpPr>
          <p:cNvPr id="6" name="Caption 2"/>
          <p:cNvSpPr>
            <a:spLocks noGrp="1"/>
          </p:cNvSpPr>
          <p:nvPr>
            <p:ph type="body" idx="104" hasCustomPrompt="1"/>
          </p:nvPr>
        </p:nvSpPr>
        <p:spPr>
          <a:xfrm>
            <a:off x="4383938" y="4846320"/>
            <a:ext cx="3423818" cy="1371600"/>
          </a:xfrm>
          <a:prstGeom prst="roundRect">
            <a:avLst>
              <a:gd name="adj" fmla="val 6666"/>
            </a:avLst>
          </a:prstGeom>
          <a:solidFill>
            <a:srgbClr val="FFFFFF"/>
          </a:solidFill>
          <a:ln>
            <a:noFill/>
          </a:ln>
        </p:spPr>
        <p:txBody>
          <a:bodyPr wrap="square" lIns="228600" tIns="177800" rIns="228600" bIns="177800" rtlCol="0" anchor="t"/>
          <a:lstStyle>
            <a:lvl1pPr marL="0" indent="0" algn="l">
              <a:lnSpc>
                <a:spcPct val="80000"/>
              </a:lnSpc>
              <a:buNone/>
              <a:defRPr lang="en-US" sz="15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500" dirty="0">
                <a:solidFill>
                  <a:srgbClr val="060E1D"/>
                </a:solidFill>
                <a:latin typeface="Aptos" pitchFamily="34" charset="0"/>
                <a:ea typeface="Aptos" pitchFamily="34" charset="-122"/>
                <a:cs typeface="Aptos" pitchFamily="34" charset="-120"/>
              </a:rPr>
              <a:t>Caption text, 15pt</a:t>
            </a:r>
            <a:endParaRPr lang="en-US" sz="1500" dirty="0"/>
          </a:p>
        </p:txBody>
      </p:sp>
      <p:sp>
        <p:nvSpPr>
          <p:cNvPr id="7" name="Caption 3"/>
          <p:cNvSpPr>
            <a:spLocks noGrp="1"/>
          </p:cNvSpPr>
          <p:nvPr>
            <p:ph type="body" idx="105" hasCustomPrompt="1"/>
          </p:nvPr>
        </p:nvSpPr>
        <p:spPr>
          <a:xfrm>
            <a:off x="8447837" y="4846320"/>
            <a:ext cx="3423818" cy="1371600"/>
          </a:xfrm>
          <a:prstGeom prst="roundRect">
            <a:avLst>
              <a:gd name="adj" fmla="val 6666"/>
            </a:avLst>
          </a:prstGeom>
          <a:solidFill>
            <a:srgbClr val="FFFFFF"/>
          </a:solidFill>
          <a:ln>
            <a:noFill/>
          </a:ln>
        </p:spPr>
        <p:txBody>
          <a:bodyPr wrap="square" lIns="228600" tIns="177800" rIns="228600" bIns="177800" rtlCol="0" anchor="t"/>
          <a:lstStyle>
            <a:lvl1pPr marL="0" indent="0" algn="l">
              <a:lnSpc>
                <a:spcPct val="80000"/>
              </a:lnSpc>
              <a:buNone/>
              <a:defRPr lang="en-US" sz="15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500" dirty="0">
                <a:solidFill>
                  <a:srgbClr val="060E1D"/>
                </a:solidFill>
                <a:latin typeface="Aptos" pitchFamily="34" charset="0"/>
                <a:ea typeface="Aptos" pitchFamily="34" charset="-122"/>
                <a:cs typeface="Aptos" pitchFamily="34" charset="-120"/>
              </a:rPr>
              <a:t>Caption text, 15pt</a:t>
            </a:r>
            <a:endParaRPr lang="en-US" sz="1500"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Photo · two thirds + text">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3566160"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Body"/>
          <p:cNvSpPr>
            <a:spLocks noGrp="1"/>
          </p:cNvSpPr>
          <p:nvPr>
            <p:ph type="body" idx="101" hasCustomPrompt="1"/>
          </p:nvPr>
        </p:nvSpPr>
        <p:spPr>
          <a:xfrm>
            <a:off x="634594" y="1691640"/>
            <a:ext cx="3566160" cy="4206240"/>
          </a:xfrm>
          <a:prstGeom prst="rect">
            <a:avLst/>
          </a:prstGeom>
          <a:noFill/>
          <a:ln/>
        </p:spPr>
        <p:txBody>
          <a:bodyPr wrap="square" lIns="0" tIns="0" rIns="0" bIns="0" rtlCol="0" anchor="t"/>
          <a:lstStyle>
            <a:lvl1pPr marL="0" indent="0" algn="l">
              <a:lnSpc>
                <a:spcPct val="80000"/>
              </a:lnSpc>
              <a:spcAft>
                <a:spcPts val="1000"/>
              </a:spcAft>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spcAft>
                <a:spcPts val="1000"/>
              </a:spcAft>
              <a:buNone/>
            </a:pPr>
            <a:r>
              <a:rPr lang="en-US" sz="1600" dirty="0">
                <a:solidFill>
                  <a:srgbClr val="060E1D"/>
                </a:solidFill>
                <a:latin typeface="Aptos" pitchFamily="34" charset="0"/>
                <a:ea typeface="Aptos" pitchFamily="34" charset="-122"/>
                <a:cs typeface="Aptos" pitchFamily="34" charset="-120"/>
              </a:rPr>
              <a:t>Body text, 16pt</a:t>
            </a:r>
            <a:endParaRPr lang="en-US" sz="1600" dirty="0"/>
          </a:p>
        </p:txBody>
      </p:sp>
      <p:sp>
        <p:nvSpPr>
          <p:cNvPr id="4" name="Photo"/>
          <p:cNvSpPr>
            <a:spLocks noGrp="1"/>
          </p:cNvSpPr>
          <p:nvPr>
            <p:ph type="pic" idx="102" hasCustomPrompt="1"/>
          </p:nvPr>
        </p:nvSpPr>
        <p:spPr>
          <a:xfrm>
            <a:off x="4526280" y="0"/>
            <a:ext cx="7665415"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pic>
        <p:nvPicPr>
          <p:cNvPr id="5"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6"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25" name="Slide Number Placeholder 0"/>
          <p:cNvSpPr>
            <a:spLocks noGrp="1"/>
          </p:cNvSpPr>
          <p:nvPr>
            <p:ph type="sldNum" sz="quarter" idx="4294967295"/>
          </p:nvPr>
        </p:nvSpPr>
        <p:spPr>
          <a:xfrm>
            <a:off x="384048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Gallery · two photos + text">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Photo 1"/>
          <p:cNvSpPr>
            <a:spLocks noGrp="1"/>
          </p:cNvSpPr>
          <p:nvPr>
            <p:ph type="pic" idx="101" hasCustomPrompt="1"/>
          </p:nvPr>
        </p:nvSpPr>
        <p:spPr>
          <a:xfrm>
            <a:off x="634594" y="1691640"/>
            <a:ext cx="5323637" cy="246888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4" name="Photo heading 1"/>
          <p:cNvSpPr>
            <a:spLocks noGrp="1"/>
          </p:cNvSpPr>
          <p:nvPr>
            <p:ph type="body" idx="102" hasCustomPrompt="1"/>
          </p:nvPr>
        </p:nvSpPr>
        <p:spPr>
          <a:xfrm>
            <a:off x="634594" y="4343400"/>
            <a:ext cx="5323637" cy="36576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Photo heading</a:t>
            </a:r>
            <a:endParaRPr lang="en-US" sz="2000" dirty="0"/>
          </a:p>
        </p:txBody>
      </p:sp>
      <p:sp>
        <p:nvSpPr>
          <p:cNvPr id="5" name="Photo text 1"/>
          <p:cNvSpPr>
            <a:spLocks noGrp="1"/>
          </p:cNvSpPr>
          <p:nvPr>
            <p:ph type="body" idx="103" hasCustomPrompt="1"/>
          </p:nvPr>
        </p:nvSpPr>
        <p:spPr>
          <a:xfrm>
            <a:off x="634594" y="4800600"/>
            <a:ext cx="5323637" cy="1097280"/>
          </a:xfrm>
          <a:prstGeom prst="rect">
            <a:avLst/>
          </a:prstGeom>
          <a:noFill/>
          <a:ln/>
        </p:spPr>
        <p:txBody>
          <a:bodyPr wrap="square" lIns="0" tIns="0" rIns="0" bIns="0" rtlCol="0" anchor="t"/>
          <a:lstStyle>
            <a:lvl1pPr marL="0" indent="0" algn="l">
              <a:lnSpc>
                <a:spcPct val="80000"/>
              </a:lnSpc>
              <a:buNone/>
              <a:defRPr lang="en-US" sz="15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500" dirty="0">
                <a:solidFill>
                  <a:srgbClr val="5B6472"/>
                </a:solidFill>
                <a:latin typeface="Aptos" pitchFamily="34" charset="0"/>
                <a:ea typeface="Aptos" pitchFamily="34" charset="-122"/>
                <a:cs typeface="Aptos" pitchFamily="34" charset="-120"/>
              </a:rPr>
              <a:t>Text under the photo, 15pt</a:t>
            </a:r>
            <a:endParaRPr lang="en-US" sz="1500" dirty="0"/>
          </a:p>
        </p:txBody>
      </p:sp>
      <p:sp>
        <p:nvSpPr>
          <p:cNvPr id="6" name="Photo 2"/>
          <p:cNvSpPr>
            <a:spLocks noGrp="1"/>
          </p:cNvSpPr>
          <p:nvPr>
            <p:ph type="pic" idx="104" hasCustomPrompt="1"/>
          </p:nvPr>
        </p:nvSpPr>
        <p:spPr>
          <a:xfrm>
            <a:off x="6233465" y="1691640"/>
            <a:ext cx="5323637" cy="246888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7" name="Photo heading 2"/>
          <p:cNvSpPr>
            <a:spLocks noGrp="1"/>
          </p:cNvSpPr>
          <p:nvPr>
            <p:ph type="body" idx="105" hasCustomPrompt="1"/>
          </p:nvPr>
        </p:nvSpPr>
        <p:spPr>
          <a:xfrm>
            <a:off x="6233465" y="4343400"/>
            <a:ext cx="5323637" cy="36576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Photo heading</a:t>
            </a:r>
            <a:endParaRPr lang="en-US" sz="2000" dirty="0"/>
          </a:p>
        </p:txBody>
      </p:sp>
      <p:sp>
        <p:nvSpPr>
          <p:cNvPr id="8" name="Photo text 2"/>
          <p:cNvSpPr>
            <a:spLocks noGrp="1"/>
          </p:cNvSpPr>
          <p:nvPr>
            <p:ph type="body" idx="106" hasCustomPrompt="1"/>
          </p:nvPr>
        </p:nvSpPr>
        <p:spPr>
          <a:xfrm>
            <a:off x="6233465" y="4800600"/>
            <a:ext cx="5323637" cy="1097280"/>
          </a:xfrm>
          <a:prstGeom prst="rect">
            <a:avLst/>
          </a:prstGeom>
          <a:noFill/>
          <a:ln/>
        </p:spPr>
        <p:txBody>
          <a:bodyPr wrap="square" lIns="0" tIns="0" rIns="0" bIns="0" rtlCol="0" anchor="t"/>
          <a:lstStyle>
            <a:lvl1pPr marL="0" indent="0" algn="l">
              <a:lnSpc>
                <a:spcPct val="80000"/>
              </a:lnSpc>
              <a:buNone/>
              <a:defRPr lang="en-US" sz="15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500" dirty="0">
                <a:solidFill>
                  <a:srgbClr val="5B6472"/>
                </a:solidFill>
                <a:latin typeface="Aptos" pitchFamily="34" charset="0"/>
                <a:ea typeface="Aptos" pitchFamily="34" charset="-122"/>
                <a:cs typeface="Aptos" pitchFamily="34" charset="-120"/>
              </a:rPr>
              <a:t>Text under the photo, 15pt</a:t>
            </a:r>
            <a:endParaRPr lang="en-US" sz="1500" dirty="0"/>
          </a:p>
        </p:txBody>
      </p:sp>
      <p:pic>
        <p:nvPicPr>
          <p:cNvPr id="9"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10"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1" name="Source"/>
          <p:cNvSpPr>
            <a:spLocks noGrp="1"/>
          </p:cNvSpPr>
          <p:nvPr>
            <p:ph type="body" idx="109"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Gallery · three photos + text">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Photo 1"/>
          <p:cNvSpPr>
            <a:spLocks noGrp="1"/>
          </p:cNvSpPr>
          <p:nvPr>
            <p:ph type="pic" idx="101" hasCustomPrompt="1"/>
          </p:nvPr>
        </p:nvSpPr>
        <p:spPr>
          <a:xfrm>
            <a:off x="634594" y="1691640"/>
            <a:ext cx="3458261" cy="210312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4" name="Photo heading 1"/>
          <p:cNvSpPr>
            <a:spLocks noGrp="1"/>
          </p:cNvSpPr>
          <p:nvPr>
            <p:ph type="body" idx="102" hasCustomPrompt="1"/>
          </p:nvPr>
        </p:nvSpPr>
        <p:spPr>
          <a:xfrm>
            <a:off x="634594" y="3977640"/>
            <a:ext cx="3458261"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Photo heading</a:t>
            </a:r>
            <a:endParaRPr lang="en-US" sz="1800" dirty="0"/>
          </a:p>
        </p:txBody>
      </p:sp>
      <p:sp>
        <p:nvSpPr>
          <p:cNvPr id="5" name="Photo text 1"/>
          <p:cNvSpPr>
            <a:spLocks noGrp="1"/>
          </p:cNvSpPr>
          <p:nvPr>
            <p:ph type="body" idx="103" hasCustomPrompt="1"/>
          </p:nvPr>
        </p:nvSpPr>
        <p:spPr>
          <a:xfrm>
            <a:off x="634594" y="4434840"/>
            <a:ext cx="3458261" cy="146304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Text under the photo, 14pt</a:t>
            </a:r>
            <a:endParaRPr lang="en-US" sz="1400" dirty="0"/>
          </a:p>
        </p:txBody>
      </p:sp>
      <p:sp>
        <p:nvSpPr>
          <p:cNvPr id="6" name="Photo 2"/>
          <p:cNvSpPr>
            <a:spLocks noGrp="1"/>
          </p:cNvSpPr>
          <p:nvPr>
            <p:ph type="pic" idx="104" hasCustomPrompt="1"/>
          </p:nvPr>
        </p:nvSpPr>
        <p:spPr>
          <a:xfrm>
            <a:off x="4367174" y="1691640"/>
            <a:ext cx="3458261" cy="210312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7" name="Photo heading 2"/>
          <p:cNvSpPr>
            <a:spLocks noGrp="1"/>
          </p:cNvSpPr>
          <p:nvPr>
            <p:ph type="body" idx="105" hasCustomPrompt="1"/>
          </p:nvPr>
        </p:nvSpPr>
        <p:spPr>
          <a:xfrm>
            <a:off x="4367174" y="3977640"/>
            <a:ext cx="3458261"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Photo heading</a:t>
            </a:r>
            <a:endParaRPr lang="en-US" sz="1800" dirty="0"/>
          </a:p>
        </p:txBody>
      </p:sp>
      <p:sp>
        <p:nvSpPr>
          <p:cNvPr id="8" name="Photo text 2"/>
          <p:cNvSpPr>
            <a:spLocks noGrp="1"/>
          </p:cNvSpPr>
          <p:nvPr>
            <p:ph type="body" idx="106" hasCustomPrompt="1"/>
          </p:nvPr>
        </p:nvSpPr>
        <p:spPr>
          <a:xfrm>
            <a:off x="4367174" y="4434840"/>
            <a:ext cx="3458261" cy="146304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Text under the photo, 14pt</a:t>
            </a:r>
            <a:endParaRPr lang="en-US" sz="1400" dirty="0"/>
          </a:p>
        </p:txBody>
      </p:sp>
      <p:sp>
        <p:nvSpPr>
          <p:cNvPr id="9" name="Photo 3"/>
          <p:cNvSpPr>
            <a:spLocks noGrp="1"/>
          </p:cNvSpPr>
          <p:nvPr>
            <p:ph type="pic" idx="107" hasCustomPrompt="1"/>
          </p:nvPr>
        </p:nvSpPr>
        <p:spPr>
          <a:xfrm>
            <a:off x="8098841" y="1691640"/>
            <a:ext cx="3458261" cy="210312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10" name="Photo heading 3"/>
          <p:cNvSpPr>
            <a:spLocks noGrp="1"/>
          </p:cNvSpPr>
          <p:nvPr>
            <p:ph type="body" idx="108" hasCustomPrompt="1"/>
          </p:nvPr>
        </p:nvSpPr>
        <p:spPr>
          <a:xfrm>
            <a:off x="8098841" y="3977640"/>
            <a:ext cx="3458261"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Photo heading</a:t>
            </a:r>
            <a:endParaRPr lang="en-US" sz="1800" dirty="0"/>
          </a:p>
        </p:txBody>
      </p:sp>
      <p:sp>
        <p:nvSpPr>
          <p:cNvPr id="11" name="Photo text 3"/>
          <p:cNvSpPr>
            <a:spLocks noGrp="1"/>
          </p:cNvSpPr>
          <p:nvPr>
            <p:ph type="body" idx="109" hasCustomPrompt="1"/>
          </p:nvPr>
        </p:nvSpPr>
        <p:spPr>
          <a:xfrm>
            <a:off x="8098841" y="4434840"/>
            <a:ext cx="3458261" cy="146304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Text under the photo, 14pt</a:t>
            </a:r>
            <a:endParaRPr lang="en-US" sz="1400" dirty="0"/>
          </a:p>
        </p:txBody>
      </p:sp>
      <p:pic>
        <p:nvPicPr>
          <p:cNvPr id="12"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13"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4" name="Source"/>
          <p:cNvSpPr>
            <a:spLocks noGrp="1"/>
          </p:cNvSpPr>
          <p:nvPr>
            <p:ph type="body" idx="112"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Gallery · four photos + text">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Photo 1"/>
          <p:cNvSpPr>
            <a:spLocks noGrp="1"/>
          </p:cNvSpPr>
          <p:nvPr>
            <p:ph type="pic" idx="101" hasCustomPrompt="1"/>
          </p:nvPr>
        </p:nvSpPr>
        <p:spPr>
          <a:xfrm>
            <a:off x="634594" y="1691640"/>
            <a:ext cx="2593238" cy="18288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4" name="Photo heading 1"/>
          <p:cNvSpPr>
            <a:spLocks noGrp="1"/>
          </p:cNvSpPr>
          <p:nvPr>
            <p:ph type="body" idx="102" hasCustomPrompt="1"/>
          </p:nvPr>
        </p:nvSpPr>
        <p:spPr>
          <a:xfrm>
            <a:off x="634594" y="3703320"/>
            <a:ext cx="2593238"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Photo heading</a:t>
            </a:r>
            <a:endParaRPr lang="en-US" sz="1800" dirty="0"/>
          </a:p>
        </p:txBody>
      </p:sp>
      <p:sp>
        <p:nvSpPr>
          <p:cNvPr id="5" name="Photo text 1"/>
          <p:cNvSpPr>
            <a:spLocks noGrp="1"/>
          </p:cNvSpPr>
          <p:nvPr>
            <p:ph type="body" idx="103" hasCustomPrompt="1"/>
          </p:nvPr>
        </p:nvSpPr>
        <p:spPr>
          <a:xfrm>
            <a:off x="634594" y="4160520"/>
            <a:ext cx="2593238" cy="173736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Text, 14pt</a:t>
            </a:r>
            <a:endParaRPr lang="en-US" sz="1400" dirty="0"/>
          </a:p>
        </p:txBody>
      </p:sp>
      <p:sp>
        <p:nvSpPr>
          <p:cNvPr id="6" name="Photo 2"/>
          <p:cNvSpPr>
            <a:spLocks noGrp="1"/>
          </p:cNvSpPr>
          <p:nvPr>
            <p:ph type="pic" idx="104" hasCustomPrompt="1"/>
          </p:nvPr>
        </p:nvSpPr>
        <p:spPr>
          <a:xfrm>
            <a:off x="3410712" y="1691640"/>
            <a:ext cx="2593238" cy="18288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7" name="Photo heading 2"/>
          <p:cNvSpPr>
            <a:spLocks noGrp="1"/>
          </p:cNvSpPr>
          <p:nvPr>
            <p:ph type="body" idx="105" hasCustomPrompt="1"/>
          </p:nvPr>
        </p:nvSpPr>
        <p:spPr>
          <a:xfrm>
            <a:off x="3410712" y="3703320"/>
            <a:ext cx="2593238"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Photo heading</a:t>
            </a:r>
            <a:endParaRPr lang="en-US" sz="1800" dirty="0"/>
          </a:p>
        </p:txBody>
      </p:sp>
      <p:sp>
        <p:nvSpPr>
          <p:cNvPr id="8" name="Photo text 2"/>
          <p:cNvSpPr>
            <a:spLocks noGrp="1"/>
          </p:cNvSpPr>
          <p:nvPr>
            <p:ph type="body" idx="106" hasCustomPrompt="1"/>
          </p:nvPr>
        </p:nvSpPr>
        <p:spPr>
          <a:xfrm>
            <a:off x="3410712" y="4160520"/>
            <a:ext cx="2593238" cy="173736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Text, 14pt</a:t>
            </a:r>
            <a:endParaRPr lang="en-US" sz="1400" dirty="0"/>
          </a:p>
        </p:txBody>
      </p:sp>
      <p:sp>
        <p:nvSpPr>
          <p:cNvPr id="9" name="Photo 3"/>
          <p:cNvSpPr>
            <a:spLocks noGrp="1"/>
          </p:cNvSpPr>
          <p:nvPr>
            <p:ph type="pic" idx="107" hasCustomPrompt="1"/>
          </p:nvPr>
        </p:nvSpPr>
        <p:spPr>
          <a:xfrm>
            <a:off x="6186830" y="1691640"/>
            <a:ext cx="2593238" cy="18288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10" name="Photo heading 3"/>
          <p:cNvSpPr>
            <a:spLocks noGrp="1"/>
          </p:cNvSpPr>
          <p:nvPr>
            <p:ph type="body" idx="108" hasCustomPrompt="1"/>
          </p:nvPr>
        </p:nvSpPr>
        <p:spPr>
          <a:xfrm>
            <a:off x="6186830" y="3703320"/>
            <a:ext cx="2593238"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Photo heading</a:t>
            </a:r>
            <a:endParaRPr lang="en-US" sz="1800" dirty="0"/>
          </a:p>
        </p:txBody>
      </p:sp>
      <p:sp>
        <p:nvSpPr>
          <p:cNvPr id="11" name="Photo text 3"/>
          <p:cNvSpPr>
            <a:spLocks noGrp="1"/>
          </p:cNvSpPr>
          <p:nvPr>
            <p:ph type="body" idx="109" hasCustomPrompt="1"/>
          </p:nvPr>
        </p:nvSpPr>
        <p:spPr>
          <a:xfrm>
            <a:off x="6186830" y="4160520"/>
            <a:ext cx="2593238" cy="173736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Text, 14pt</a:t>
            </a:r>
            <a:endParaRPr lang="en-US" sz="1400" dirty="0"/>
          </a:p>
        </p:txBody>
      </p:sp>
      <p:sp>
        <p:nvSpPr>
          <p:cNvPr id="12" name="Photo 4"/>
          <p:cNvSpPr>
            <a:spLocks noGrp="1"/>
          </p:cNvSpPr>
          <p:nvPr>
            <p:ph type="pic" idx="110" hasCustomPrompt="1"/>
          </p:nvPr>
        </p:nvSpPr>
        <p:spPr>
          <a:xfrm>
            <a:off x="8963863" y="1691640"/>
            <a:ext cx="2593238" cy="18288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13" name="Photo heading 4"/>
          <p:cNvSpPr>
            <a:spLocks noGrp="1"/>
          </p:cNvSpPr>
          <p:nvPr>
            <p:ph type="body" idx="111" hasCustomPrompt="1"/>
          </p:nvPr>
        </p:nvSpPr>
        <p:spPr>
          <a:xfrm>
            <a:off x="8963863" y="3703320"/>
            <a:ext cx="2593238"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Photo heading</a:t>
            </a:r>
            <a:endParaRPr lang="en-US" sz="1800" dirty="0"/>
          </a:p>
        </p:txBody>
      </p:sp>
      <p:sp>
        <p:nvSpPr>
          <p:cNvPr id="14" name="Photo text 4"/>
          <p:cNvSpPr>
            <a:spLocks noGrp="1"/>
          </p:cNvSpPr>
          <p:nvPr>
            <p:ph type="body" idx="112" hasCustomPrompt="1"/>
          </p:nvPr>
        </p:nvSpPr>
        <p:spPr>
          <a:xfrm>
            <a:off x="8963863" y="4160520"/>
            <a:ext cx="2593238" cy="173736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Text, 14pt</a:t>
            </a:r>
            <a:endParaRPr lang="en-US" sz="1400" dirty="0"/>
          </a:p>
        </p:txBody>
      </p:sp>
      <p:pic>
        <p:nvPicPr>
          <p:cNvPr id="15"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16"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7" name="Source"/>
          <p:cNvSpPr>
            <a:spLocks noGrp="1"/>
          </p:cNvSpPr>
          <p:nvPr>
            <p:ph type="body" idx="115"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Gallery · five photos + text">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Body"/>
          <p:cNvSpPr>
            <a:spLocks noGrp="1"/>
          </p:cNvSpPr>
          <p:nvPr>
            <p:ph type="body" idx="101" hasCustomPrompt="1"/>
          </p:nvPr>
        </p:nvSpPr>
        <p:spPr>
          <a:xfrm>
            <a:off x="634594" y="1691640"/>
            <a:ext cx="3566160" cy="4206240"/>
          </a:xfrm>
          <a:prstGeom prst="rect">
            <a:avLst/>
          </a:prstGeom>
          <a:noFill/>
          <a:ln/>
        </p:spPr>
        <p:txBody>
          <a:bodyPr wrap="square" lIns="0" tIns="0" rIns="0" bIns="0" rtlCol="0" anchor="t"/>
          <a:lstStyle>
            <a:lvl1pPr marL="0" indent="0" algn="l">
              <a:lnSpc>
                <a:spcPct val="80000"/>
              </a:lnSpc>
              <a:spcAft>
                <a:spcPts val="1000"/>
              </a:spcAft>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spcAft>
                <a:spcPts val="1000"/>
              </a:spcAft>
              <a:buNone/>
            </a:pPr>
            <a:r>
              <a:rPr lang="en-US" sz="1600" dirty="0">
                <a:solidFill>
                  <a:srgbClr val="060E1D"/>
                </a:solidFill>
                <a:latin typeface="Aptos" pitchFamily="34" charset="0"/>
                <a:ea typeface="Aptos" pitchFamily="34" charset="-122"/>
                <a:cs typeface="Aptos" pitchFamily="34" charset="-120"/>
              </a:rPr>
              <a:t>Body text, 16pt</a:t>
            </a:r>
            <a:endParaRPr lang="en-US" sz="1600" dirty="0"/>
          </a:p>
        </p:txBody>
      </p:sp>
      <p:sp>
        <p:nvSpPr>
          <p:cNvPr id="4" name="Photo 1"/>
          <p:cNvSpPr>
            <a:spLocks noGrp="1"/>
          </p:cNvSpPr>
          <p:nvPr>
            <p:ph type="pic" idx="102" hasCustomPrompt="1"/>
          </p:nvPr>
        </p:nvSpPr>
        <p:spPr>
          <a:xfrm>
            <a:off x="4526280" y="1691640"/>
            <a:ext cx="7030822" cy="237744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5" name="Photo 2"/>
          <p:cNvSpPr>
            <a:spLocks noGrp="1"/>
          </p:cNvSpPr>
          <p:nvPr>
            <p:ph type="pic" idx="103" hasCustomPrompt="1"/>
          </p:nvPr>
        </p:nvSpPr>
        <p:spPr>
          <a:xfrm>
            <a:off x="4526280" y="4343400"/>
            <a:ext cx="1551965" cy="155448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6" name="Photo 3"/>
          <p:cNvSpPr>
            <a:spLocks noGrp="1"/>
          </p:cNvSpPr>
          <p:nvPr>
            <p:ph type="pic" idx="104" hasCustomPrompt="1"/>
          </p:nvPr>
        </p:nvSpPr>
        <p:spPr>
          <a:xfrm>
            <a:off x="6352565" y="4343400"/>
            <a:ext cx="1551965" cy="155448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7" name="Photo 4"/>
          <p:cNvSpPr>
            <a:spLocks noGrp="1"/>
          </p:cNvSpPr>
          <p:nvPr>
            <p:ph type="pic" idx="105" hasCustomPrompt="1"/>
          </p:nvPr>
        </p:nvSpPr>
        <p:spPr>
          <a:xfrm>
            <a:off x="8178851" y="4343400"/>
            <a:ext cx="1551965" cy="155448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8" name="Photo 5"/>
          <p:cNvSpPr>
            <a:spLocks noGrp="1"/>
          </p:cNvSpPr>
          <p:nvPr>
            <p:ph type="pic" idx="106" hasCustomPrompt="1"/>
          </p:nvPr>
        </p:nvSpPr>
        <p:spPr>
          <a:xfrm>
            <a:off x="10005136" y="4343400"/>
            <a:ext cx="1551965" cy="155448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pic>
        <p:nvPicPr>
          <p:cNvPr id="9"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10"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1" name="Source"/>
          <p:cNvSpPr>
            <a:spLocks noGrp="1"/>
          </p:cNvSpPr>
          <p:nvPr>
            <p:ph type="body" idx="109"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Gallery · photo rows">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Photo 1"/>
          <p:cNvSpPr>
            <a:spLocks noGrp="1"/>
          </p:cNvSpPr>
          <p:nvPr>
            <p:ph type="pic" idx="101" hasCustomPrompt="1"/>
          </p:nvPr>
        </p:nvSpPr>
        <p:spPr>
          <a:xfrm>
            <a:off x="634594" y="1691640"/>
            <a:ext cx="2011680" cy="123444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4" name="Row heading 1"/>
          <p:cNvSpPr>
            <a:spLocks noGrp="1"/>
          </p:cNvSpPr>
          <p:nvPr>
            <p:ph type="body" idx="102" hasCustomPrompt="1"/>
          </p:nvPr>
        </p:nvSpPr>
        <p:spPr>
          <a:xfrm>
            <a:off x="2920594" y="1691640"/>
            <a:ext cx="8636508" cy="365760"/>
          </a:xfrm>
          <a:prstGeom prst="rect">
            <a:avLst/>
          </a:prstGeom>
          <a:noFill/>
          <a:ln/>
        </p:spPr>
        <p:txBody>
          <a:bodyPr wrap="square" lIns="0" tIns="0" rIns="0" bIns="0" rtlCol="0" anchor="t"/>
          <a:lstStyle>
            <a:lvl1pPr marL="0" indent="0" algn="l">
              <a:lnSpc>
                <a:spcPct val="10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100000"/>
              </a:lnSpc>
              <a:buNone/>
            </a:pPr>
            <a:r>
              <a:rPr lang="en-US" sz="2000" dirty="0">
                <a:solidFill>
                  <a:srgbClr val="060E1D"/>
                </a:solidFill>
                <a:latin typeface="Aptos SemiBold" pitchFamily="34" charset="0"/>
                <a:ea typeface="Aptos SemiBold" pitchFamily="34" charset="-122"/>
                <a:cs typeface="Aptos SemiBold" pitchFamily="34" charset="-120"/>
              </a:rPr>
              <a:t>Row heading</a:t>
            </a:r>
            <a:endParaRPr lang="en-US" sz="2000" dirty="0"/>
          </a:p>
        </p:txBody>
      </p:sp>
      <p:sp>
        <p:nvSpPr>
          <p:cNvPr id="5" name="Row text 1"/>
          <p:cNvSpPr>
            <a:spLocks noGrp="1"/>
          </p:cNvSpPr>
          <p:nvPr>
            <p:ph type="body" idx="103" hasCustomPrompt="1"/>
          </p:nvPr>
        </p:nvSpPr>
        <p:spPr>
          <a:xfrm>
            <a:off x="2920594" y="2103120"/>
            <a:ext cx="8636508" cy="822960"/>
          </a:xfrm>
          <a:prstGeom prst="rect">
            <a:avLst/>
          </a:prstGeom>
          <a:noFill/>
          <a:ln/>
        </p:spPr>
        <p:txBody>
          <a:bodyPr wrap="square" lIns="0" tIns="0" rIns="0" bIns="0" rtlCol="0" anchor="t"/>
          <a:lstStyle>
            <a:lvl1pPr marL="0" indent="0" algn="l">
              <a:lnSpc>
                <a:spcPct val="100000"/>
              </a:lnSpc>
              <a:buNone/>
              <a:defRPr lang="en-US" sz="15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500" dirty="0">
                <a:solidFill>
                  <a:srgbClr val="060E1D"/>
                </a:solidFill>
                <a:latin typeface="Aptos" pitchFamily="34" charset="0"/>
                <a:ea typeface="Aptos" pitchFamily="34" charset="-122"/>
                <a:cs typeface="Aptos" pitchFamily="34" charset="-120"/>
              </a:rPr>
              <a:t>Row text, 15pt</a:t>
            </a:r>
            <a:endParaRPr lang="en-US" sz="1500" dirty="0"/>
          </a:p>
        </p:txBody>
      </p:sp>
      <p:sp>
        <p:nvSpPr>
          <p:cNvPr id="6" name="Photo 2"/>
          <p:cNvSpPr>
            <a:spLocks noGrp="1"/>
          </p:cNvSpPr>
          <p:nvPr>
            <p:ph type="pic" idx="104" hasCustomPrompt="1"/>
          </p:nvPr>
        </p:nvSpPr>
        <p:spPr>
          <a:xfrm>
            <a:off x="634594" y="3108960"/>
            <a:ext cx="2011680" cy="123444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7" name="Row heading 2"/>
          <p:cNvSpPr>
            <a:spLocks noGrp="1"/>
          </p:cNvSpPr>
          <p:nvPr>
            <p:ph type="body" idx="105" hasCustomPrompt="1"/>
          </p:nvPr>
        </p:nvSpPr>
        <p:spPr>
          <a:xfrm>
            <a:off x="2920594" y="3108960"/>
            <a:ext cx="8636508" cy="365760"/>
          </a:xfrm>
          <a:prstGeom prst="rect">
            <a:avLst/>
          </a:prstGeom>
          <a:noFill/>
          <a:ln/>
        </p:spPr>
        <p:txBody>
          <a:bodyPr wrap="square" lIns="0" tIns="0" rIns="0" bIns="0" rtlCol="0" anchor="t"/>
          <a:lstStyle>
            <a:lvl1pPr marL="0" indent="0" algn="l">
              <a:lnSpc>
                <a:spcPct val="10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100000"/>
              </a:lnSpc>
              <a:buNone/>
            </a:pPr>
            <a:r>
              <a:rPr lang="en-US" sz="2000" dirty="0">
                <a:solidFill>
                  <a:srgbClr val="060E1D"/>
                </a:solidFill>
                <a:latin typeface="Aptos SemiBold" pitchFamily="34" charset="0"/>
                <a:ea typeface="Aptos SemiBold" pitchFamily="34" charset="-122"/>
                <a:cs typeface="Aptos SemiBold" pitchFamily="34" charset="-120"/>
              </a:rPr>
              <a:t>Row heading</a:t>
            </a:r>
            <a:endParaRPr lang="en-US" sz="2000" dirty="0"/>
          </a:p>
        </p:txBody>
      </p:sp>
      <p:sp>
        <p:nvSpPr>
          <p:cNvPr id="8" name="Row text 2"/>
          <p:cNvSpPr>
            <a:spLocks noGrp="1"/>
          </p:cNvSpPr>
          <p:nvPr>
            <p:ph type="body" idx="106" hasCustomPrompt="1"/>
          </p:nvPr>
        </p:nvSpPr>
        <p:spPr>
          <a:xfrm>
            <a:off x="2920594" y="3520440"/>
            <a:ext cx="8636508" cy="822960"/>
          </a:xfrm>
          <a:prstGeom prst="rect">
            <a:avLst/>
          </a:prstGeom>
          <a:noFill/>
          <a:ln/>
        </p:spPr>
        <p:txBody>
          <a:bodyPr wrap="square" lIns="0" tIns="0" rIns="0" bIns="0" rtlCol="0" anchor="t"/>
          <a:lstStyle>
            <a:lvl1pPr marL="0" indent="0" algn="l">
              <a:lnSpc>
                <a:spcPct val="100000"/>
              </a:lnSpc>
              <a:buNone/>
              <a:defRPr lang="en-US" sz="15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500" dirty="0">
                <a:solidFill>
                  <a:srgbClr val="060E1D"/>
                </a:solidFill>
                <a:latin typeface="Aptos" pitchFamily="34" charset="0"/>
                <a:ea typeface="Aptos" pitchFamily="34" charset="-122"/>
                <a:cs typeface="Aptos" pitchFamily="34" charset="-120"/>
              </a:rPr>
              <a:t>Row text, 15pt</a:t>
            </a:r>
            <a:endParaRPr lang="en-US" sz="1500" dirty="0"/>
          </a:p>
        </p:txBody>
      </p:sp>
      <p:sp>
        <p:nvSpPr>
          <p:cNvPr id="9" name="Photo 3"/>
          <p:cNvSpPr>
            <a:spLocks noGrp="1"/>
          </p:cNvSpPr>
          <p:nvPr>
            <p:ph type="pic" idx="107" hasCustomPrompt="1"/>
          </p:nvPr>
        </p:nvSpPr>
        <p:spPr>
          <a:xfrm>
            <a:off x="634594" y="4526280"/>
            <a:ext cx="2011680" cy="123444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10" name="Row heading 3"/>
          <p:cNvSpPr>
            <a:spLocks noGrp="1"/>
          </p:cNvSpPr>
          <p:nvPr>
            <p:ph type="body" idx="108" hasCustomPrompt="1"/>
          </p:nvPr>
        </p:nvSpPr>
        <p:spPr>
          <a:xfrm>
            <a:off x="2920594" y="4526280"/>
            <a:ext cx="8636508" cy="365760"/>
          </a:xfrm>
          <a:prstGeom prst="rect">
            <a:avLst/>
          </a:prstGeom>
          <a:noFill/>
          <a:ln/>
        </p:spPr>
        <p:txBody>
          <a:bodyPr wrap="square" lIns="0" tIns="0" rIns="0" bIns="0" rtlCol="0" anchor="t"/>
          <a:lstStyle>
            <a:lvl1pPr marL="0" indent="0" algn="l">
              <a:lnSpc>
                <a:spcPct val="10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100000"/>
              </a:lnSpc>
              <a:buNone/>
            </a:pPr>
            <a:r>
              <a:rPr lang="en-US" sz="2000" dirty="0">
                <a:solidFill>
                  <a:srgbClr val="060E1D"/>
                </a:solidFill>
                <a:latin typeface="Aptos SemiBold" pitchFamily="34" charset="0"/>
                <a:ea typeface="Aptos SemiBold" pitchFamily="34" charset="-122"/>
                <a:cs typeface="Aptos SemiBold" pitchFamily="34" charset="-120"/>
              </a:rPr>
              <a:t>Row heading</a:t>
            </a:r>
            <a:endParaRPr lang="en-US" sz="2000" dirty="0"/>
          </a:p>
        </p:txBody>
      </p:sp>
      <p:sp>
        <p:nvSpPr>
          <p:cNvPr id="11" name="Row text 3"/>
          <p:cNvSpPr>
            <a:spLocks noGrp="1"/>
          </p:cNvSpPr>
          <p:nvPr>
            <p:ph type="body" idx="109" hasCustomPrompt="1"/>
          </p:nvPr>
        </p:nvSpPr>
        <p:spPr>
          <a:xfrm>
            <a:off x="2920594" y="4937760"/>
            <a:ext cx="8636508" cy="822960"/>
          </a:xfrm>
          <a:prstGeom prst="rect">
            <a:avLst/>
          </a:prstGeom>
          <a:noFill/>
          <a:ln/>
        </p:spPr>
        <p:txBody>
          <a:bodyPr wrap="square" lIns="0" tIns="0" rIns="0" bIns="0" rtlCol="0" anchor="t"/>
          <a:lstStyle>
            <a:lvl1pPr marL="0" indent="0" algn="l">
              <a:lnSpc>
                <a:spcPct val="100000"/>
              </a:lnSpc>
              <a:buNone/>
              <a:defRPr lang="en-US" sz="15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500" dirty="0">
                <a:solidFill>
                  <a:srgbClr val="060E1D"/>
                </a:solidFill>
                <a:latin typeface="Aptos" pitchFamily="34" charset="0"/>
                <a:ea typeface="Aptos" pitchFamily="34" charset="-122"/>
                <a:cs typeface="Aptos" pitchFamily="34" charset="-120"/>
              </a:rPr>
              <a:t>Row text, 15pt</a:t>
            </a:r>
            <a:endParaRPr lang="en-US" sz="1500" dirty="0"/>
          </a:p>
        </p:txBody>
      </p:sp>
      <p:pic>
        <p:nvPicPr>
          <p:cNvPr id="12"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13"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4" name="Source"/>
          <p:cNvSpPr>
            <a:spLocks noGrp="1"/>
          </p:cNvSpPr>
          <p:nvPr>
            <p:ph type="body" idx="112"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hoto band + text">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Body 2col"/>
          <p:cNvSpPr>
            <a:spLocks noGrp="1"/>
          </p:cNvSpPr>
          <p:nvPr>
            <p:ph type="body" idx="101" hasCustomPrompt="1"/>
          </p:nvPr>
        </p:nvSpPr>
        <p:spPr>
          <a:xfrm>
            <a:off x="634594" y="1691640"/>
            <a:ext cx="10922508" cy="1645920"/>
          </a:xfrm>
          <a:prstGeom prst="rect">
            <a:avLst/>
          </a:prstGeom>
          <a:noFill/>
          <a:ln/>
        </p:spPr>
        <p:txBody>
          <a:bodyPr wrap="square" lIns="0" tIns="0" rIns="0" bIns="0" numCol="2" spcCol="320040" rtlCol="0" anchor="t"/>
          <a:lstStyle>
            <a:lvl1pPr marL="0" indent="0" algn="l">
              <a:lnSpc>
                <a:spcPct val="80000"/>
              </a:lnSpc>
              <a:spcAft>
                <a:spcPts val="800"/>
              </a:spcAft>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spcAft>
                <a:spcPts val="800"/>
              </a:spcAft>
              <a:buNone/>
            </a:pPr>
            <a:r>
              <a:rPr lang="en-US" sz="1600" dirty="0">
                <a:solidFill>
                  <a:srgbClr val="060E1D"/>
                </a:solidFill>
                <a:latin typeface="Aptos" pitchFamily="34" charset="0"/>
                <a:ea typeface="Aptos" pitchFamily="34" charset="-122"/>
                <a:cs typeface="Aptos" pitchFamily="34" charset="-120"/>
              </a:rPr>
              <a:t>Body text in two columns, 16pt</a:t>
            </a:r>
            <a:endParaRPr lang="en-US" sz="1600" dirty="0"/>
          </a:p>
        </p:txBody>
      </p:sp>
      <p:sp>
        <p:nvSpPr>
          <p:cNvPr id="4" name="Photo"/>
          <p:cNvSpPr>
            <a:spLocks noGrp="1"/>
          </p:cNvSpPr>
          <p:nvPr>
            <p:ph type="pic" idx="102" hasCustomPrompt="1"/>
          </p:nvPr>
        </p:nvSpPr>
        <p:spPr>
          <a:xfrm>
            <a:off x="0" y="3611880"/>
            <a:ext cx="12191695" cy="237744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wide photo</a:t>
            </a:r>
            <a:endParaRPr lang="en-US" sz="1600" dirty="0"/>
          </a:p>
        </p:txBody>
      </p:sp>
      <p:pic>
        <p:nvPicPr>
          <p:cNvPr id="5"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6"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7" name="Source"/>
          <p:cNvSpPr>
            <a:spLocks noGrp="1"/>
          </p:cNvSpPr>
          <p:nvPr>
            <p:ph type="body" idx="105"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Photo cards · two">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Text 0"/>
          <p:cNvSpPr/>
          <p:nvPr/>
        </p:nvSpPr>
        <p:spPr>
          <a:xfrm>
            <a:off x="634594" y="1691640"/>
            <a:ext cx="5323637" cy="4206240"/>
          </a:xfrm>
          <a:prstGeom prst="roundRect">
            <a:avLst>
              <a:gd name="adj" fmla="val 2174"/>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4" name="Photo 1"/>
          <p:cNvSpPr>
            <a:spLocks noGrp="1"/>
          </p:cNvSpPr>
          <p:nvPr>
            <p:ph type="pic" idx="102" hasCustomPrompt="1"/>
          </p:nvPr>
        </p:nvSpPr>
        <p:spPr>
          <a:xfrm>
            <a:off x="771754" y="1828800"/>
            <a:ext cx="5049317" cy="169164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5" name="Card heading 1"/>
          <p:cNvSpPr>
            <a:spLocks noGrp="1"/>
          </p:cNvSpPr>
          <p:nvPr>
            <p:ph type="body" idx="103" hasCustomPrompt="1"/>
          </p:nvPr>
        </p:nvSpPr>
        <p:spPr>
          <a:xfrm>
            <a:off x="954634" y="3749040"/>
            <a:ext cx="4683557" cy="36576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Card heading</a:t>
            </a:r>
            <a:endParaRPr lang="en-US" sz="2000" dirty="0"/>
          </a:p>
        </p:txBody>
      </p:sp>
      <p:sp>
        <p:nvSpPr>
          <p:cNvPr id="6" name="Card sub 1"/>
          <p:cNvSpPr>
            <a:spLocks noGrp="1"/>
          </p:cNvSpPr>
          <p:nvPr>
            <p:ph type="body" idx="104" hasCustomPrompt="1"/>
          </p:nvPr>
        </p:nvSpPr>
        <p:spPr>
          <a:xfrm>
            <a:off x="954634" y="4187952"/>
            <a:ext cx="4683557" cy="45720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400" dirty="0">
                <a:solidFill>
                  <a:srgbClr val="5B6472"/>
                </a:solidFill>
                <a:latin typeface="Aptos SemiBold" pitchFamily="34" charset="0"/>
                <a:ea typeface="Aptos SemiBold" pitchFamily="34" charset="-122"/>
                <a:cs typeface="Aptos SemiBold" pitchFamily="34" charset="-120"/>
              </a:rPr>
              <a:t>Card subheading</a:t>
            </a:r>
            <a:endParaRPr lang="en-US" sz="1400" dirty="0"/>
          </a:p>
        </p:txBody>
      </p:sp>
      <p:sp>
        <p:nvSpPr>
          <p:cNvPr id="7" name="Shape 1"/>
          <p:cNvSpPr/>
          <p:nvPr/>
        </p:nvSpPr>
        <p:spPr>
          <a:xfrm>
            <a:off x="954634" y="4736592"/>
            <a:ext cx="4683557" cy="0"/>
          </a:xfrm>
          <a:prstGeom prst="line">
            <a:avLst/>
          </a:prstGeom>
          <a:noFill/>
          <a:ln w="9525">
            <a:solidFill>
              <a:srgbClr val="C9CED6"/>
            </a:solidFill>
            <a:prstDash val="dash"/>
          </a:ln>
        </p:spPr>
        <p:txBody>
          <a:bodyPr/>
          <a:lstStyle/>
          <a:p>
            <a:endParaRPr lang="en-US"/>
          </a:p>
        </p:txBody>
      </p:sp>
      <p:sp>
        <p:nvSpPr>
          <p:cNvPr id="8" name="List 1"/>
          <p:cNvSpPr>
            <a:spLocks noGrp="1"/>
          </p:cNvSpPr>
          <p:nvPr>
            <p:ph type="body" idx="106" hasCustomPrompt="1"/>
          </p:nvPr>
        </p:nvSpPr>
        <p:spPr>
          <a:xfrm>
            <a:off x="954634" y="4864608"/>
            <a:ext cx="4683557" cy="868680"/>
          </a:xfrm>
          <a:prstGeom prst="rect">
            <a:avLst/>
          </a:prstGeom>
          <a:noFill/>
          <a:ln/>
        </p:spPr>
        <p:txBody>
          <a:bodyPr wrap="square" lIns="0" tIns="0" rIns="0" bIns="0" rtlCol="0" anchor="t"/>
          <a:lstStyle>
            <a:lvl1pPr marL="329184" indent="-329184" algn="l">
              <a:lnSpc>
                <a:spcPct val="80000"/>
              </a:lnSpc>
              <a:spcAft>
                <a:spcPts val="800"/>
              </a:spcAft>
              <a:buFont typeface="Aptos"/>
              <a:buChar char="→"/>
              <a:defRPr lang="en-US" sz="1400" dirty="0">
                <a:solidFill>
                  <a:srgbClr val="060E1D"/>
                </a:solidFill>
                <a:latin typeface="Aptos" pitchFamily="34" charset="0"/>
                <a:ea typeface="Aptos" pitchFamily="34" charset="-122"/>
                <a:cs typeface="Aptos" pitchFamily="34" charset="-120"/>
              </a:defRPr>
            </a:lvl1pPr>
          </a:lstStyle>
          <a:p>
            <a:pPr algn="l">
              <a:lnSpc>
                <a:spcPct val="80000"/>
              </a:lnSpc>
            </a:pPr>
            <a:r>
              <a:rPr lang="en-US" sz="1400" dirty="0">
                <a:solidFill>
                  <a:srgbClr val="060E1D"/>
                </a:solidFill>
                <a:latin typeface="Aptos" pitchFamily="34" charset="0"/>
                <a:ea typeface="Aptos" pitchFamily="34" charset="-122"/>
                <a:cs typeface="Aptos" pitchFamily="34" charset="-120"/>
              </a:rPr>
              <a:t>Arrow bullet, 14pt</a:t>
            </a:r>
            <a:endParaRPr lang="en-US" sz="1400" dirty="0"/>
          </a:p>
        </p:txBody>
      </p:sp>
      <p:sp>
        <p:nvSpPr>
          <p:cNvPr id="9" name="Text 2"/>
          <p:cNvSpPr/>
          <p:nvPr/>
        </p:nvSpPr>
        <p:spPr>
          <a:xfrm>
            <a:off x="6233465" y="1691640"/>
            <a:ext cx="5323637" cy="4206240"/>
          </a:xfrm>
          <a:prstGeom prst="roundRect">
            <a:avLst>
              <a:gd name="adj" fmla="val 2174"/>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10" name="Photo 2"/>
          <p:cNvSpPr>
            <a:spLocks noGrp="1"/>
          </p:cNvSpPr>
          <p:nvPr>
            <p:ph type="pic" idx="108" hasCustomPrompt="1"/>
          </p:nvPr>
        </p:nvSpPr>
        <p:spPr>
          <a:xfrm>
            <a:off x="6370625" y="1828800"/>
            <a:ext cx="5049317" cy="169164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11" name="Card heading 2"/>
          <p:cNvSpPr>
            <a:spLocks noGrp="1"/>
          </p:cNvSpPr>
          <p:nvPr>
            <p:ph type="body" idx="109" hasCustomPrompt="1"/>
          </p:nvPr>
        </p:nvSpPr>
        <p:spPr>
          <a:xfrm>
            <a:off x="6553505" y="3749040"/>
            <a:ext cx="4683557" cy="36576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Card heading</a:t>
            </a:r>
            <a:endParaRPr lang="en-US" sz="2000" dirty="0"/>
          </a:p>
        </p:txBody>
      </p:sp>
      <p:sp>
        <p:nvSpPr>
          <p:cNvPr id="12" name="Card sub 2"/>
          <p:cNvSpPr>
            <a:spLocks noGrp="1"/>
          </p:cNvSpPr>
          <p:nvPr>
            <p:ph type="body" idx="110" hasCustomPrompt="1"/>
          </p:nvPr>
        </p:nvSpPr>
        <p:spPr>
          <a:xfrm>
            <a:off x="6553505" y="4187952"/>
            <a:ext cx="4683557" cy="45720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400" dirty="0">
                <a:solidFill>
                  <a:srgbClr val="5B6472"/>
                </a:solidFill>
                <a:latin typeface="Aptos SemiBold" pitchFamily="34" charset="0"/>
                <a:ea typeface="Aptos SemiBold" pitchFamily="34" charset="-122"/>
                <a:cs typeface="Aptos SemiBold" pitchFamily="34" charset="-120"/>
              </a:rPr>
              <a:t>Card subheading</a:t>
            </a:r>
            <a:endParaRPr lang="en-US" sz="1400" dirty="0"/>
          </a:p>
        </p:txBody>
      </p:sp>
      <p:sp>
        <p:nvSpPr>
          <p:cNvPr id="13" name="Shape 3"/>
          <p:cNvSpPr/>
          <p:nvPr/>
        </p:nvSpPr>
        <p:spPr>
          <a:xfrm>
            <a:off x="6553505" y="4736592"/>
            <a:ext cx="4683557" cy="0"/>
          </a:xfrm>
          <a:prstGeom prst="line">
            <a:avLst/>
          </a:prstGeom>
          <a:noFill/>
          <a:ln w="9525">
            <a:solidFill>
              <a:srgbClr val="C9CED6"/>
            </a:solidFill>
            <a:prstDash val="dash"/>
          </a:ln>
        </p:spPr>
        <p:txBody>
          <a:bodyPr/>
          <a:lstStyle/>
          <a:p>
            <a:endParaRPr lang="en-US"/>
          </a:p>
        </p:txBody>
      </p:sp>
      <p:sp>
        <p:nvSpPr>
          <p:cNvPr id="14" name="List 2"/>
          <p:cNvSpPr>
            <a:spLocks noGrp="1"/>
          </p:cNvSpPr>
          <p:nvPr>
            <p:ph type="body" idx="112" hasCustomPrompt="1"/>
          </p:nvPr>
        </p:nvSpPr>
        <p:spPr>
          <a:xfrm>
            <a:off x="6553505" y="4864608"/>
            <a:ext cx="4683557" cy="868680"/>
          </a:xfrm>
          <a:prstGeom prst="rect">
            <a:avLst/>
          </a:prstGeom>
          <a:noFill/>
          <a:ln/>
        </p:spPr>
        <p:txBody>
          <a:bodyPr wrap="square" lIns="0" tIns="0" rIns="0" bIns="0" rtlCol="0" anchor="t"/>
          <a:lstStyle>
            <a:lvl1pPr marL="329184" indent="-329184" algn="l">
              <a:lnSpc>
                <a:spcPct val="80000"/>
              </a:lnSpc>
              <a:spcAft>
                <a:spcPts val="800"/>
              </a:spcAft>
              <a:buFont typeface="Aptos"/>
              <a:buChar char="→"/>
              <a:defRPr lang="en-US" sz="1400" dirty="0">
                <a:solidFill>
                  <a:srgbClr val="060E1D"/>
                </a:solidFill>
                <a:latin typeface="Aptos" pitchFamily="34" charset="0"/>
                <a:ea typeface="Aptos" pitchFamily="34" charset="-122"/>
                <a:cs typeface="Aptos" pitchFamily="34" charset="-120"/>
              </a:defRPr>
            </a:lvl1pPr>
          </a:lstStyle>
          <a:p>
            <a:pPr algn="l">
              <a:lnSpc>
                <a:spcPct val="80000"/>
              </a:lnSpc>
            </a:pPr>
            <a:r>
              <a:rPr lang="en-US" sz="1400" dirty="0">
                <a:solidFill>
                  <a:srgbClr val="060E1D"/>
                </a:solidFill>
                <a:latin typeface="Aptos" pitchFamily="34" charset="0"/>
                <a:ea typeface="Aptos" pitchFamily="34" charset="-122"/>
                <a:cs typeface="Aptos" pitchFamily="34" charset="-120"/>
              </a:rPr>
              <a:t>Arrow bullet, 14pt</a:t>
            </a:r>
            <a:endParaRPr lang="en-US" sz="1400" dirty="0"/>
          </a:p>
        </p:txBody>
      </p:sp>
      <p:pic>
        <p:nvPicPr>
          <p:cNvPr id="15"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16" name="Text 4"/>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7" name="Source"/>
          <p:cNvSpPr>
            <a:spLocks noGrp="1"/>
          </p:cNvSpPr>
          <p:nvPr>
            <p:ph type="body" idx="115"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hoto cards · three">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Text 0"/>
          <p:cNvSpPr/>
          <p:nvPr/>
        </p:nvSpPr>
        <p:spPr>
          <a:xfrm>
            <a:off x="634594" y="1691640"/>
            <a:ext cx="3458261" cy="4206240"/>
          </a:xfrm>
          <a:prstGeom prst="roundRect">
            <a:avLst>
              <a:gd name="adj" fmla="val 2644"/>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4" name="Photo 1"/>
          <p:cNvSpPr>
            <a:spLocks noGrp="1"/>
          </p:cNvSpPr>
          <p:nvPr>
            <p:ph type="pic" idx="102" hasCustomPrompt="1"/>
          </p:nvPr>
        </p:nvSpPr>
        <p:spPr>
          <a:xfrm>
            <a:off x="771754" y="1828800"/>
            <a:ext cx="3183941" cy="16002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5" name="Card heading 1"/>
          <p:cNvSpPr>
            <a:spLocks noGrp="1"/>
          </p:cNvSpPr>
          <p:nvPr>
            <p:ph type="body" idx="103" hasCustomPrompt="1"/>
          </p:nvPr>
        </p:nvSpPr>
        <p:spPr>
          <a:xfrm>
            <a:off x="954634" y="3657600"/>
            <a:ext cx="2818181" cy="36576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Card heading</a:t>
            </a:r>
            <a:endParaRPr lang="en-US" sz="2000" dirty="0"/>
          </a:p>
        </p:txBody>
      </p:sp>
      <p:sp>
        <p:nvSpPr>
          <p:cNvPr id="6" name="Card sub 1"/>
          <p:cNvSpPr>
            <a:spLocks noGrp="1"/>
          </p:cNvSpPr>
          <p:nvPr>
            <p:ph type="body" idx="104" hasCustomPrompt="1"/>
          </p:nvPr>
        </p:nvSpPr>
        <p:spPr>
          <a:xfrm>
            <a:off x="954634" y="4096512"/>
            <a:ext cx="2818181" cy="45720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400" dirty="0">
                <a:solidFill>
                  <a:srgbClr val="5B6472"/>
                </a:solidFill>
                <a:latin typeface="Aptos SemiBold" pitchFamily="34" charset="0"/>
                <a:ea typeface="Aptos SemiBold" pitchFamily="34" charset="-122"/>
                <a:cs typeface="Aptos SemiBold" pitchFamily="34" charset="-120"/>
              </a:rPr>
              <a:t>Card subheading</a:t>
            </a:r>
            <a:endParaRPr lang="en-US" sz="1400" dirty="0"/>
          </a:p>
        </p:txBody>
      </p:sp>
      <p:sp>
        <p:nvSpPr>
          <p:cNvPr id="7" name="Shape 1"/>
          <p:cNvSpPr/>
          <p:nvPr/>
        </p:nvSpPr>
        <p:spPr>
          <a:xfrm>
            <a:off x="954634" y="4645152"/>
            <a:ext cx="2818181" cy="0"/>
          </a:xfrm>
          <a:prstGeom prst="line">
            <a:avLst/>
          </a:prstGeom>
          <a:noFill/>
          <a:ln w="9525">
            <a:solidFill>
              <a:srgbClr val="C9CED6"/>
            </a:solidFill>
            <a:prstDash val="dash"/>
          </a:ln>
        </p:spPr>
        <p:txBody>
          <a:bodyPr/>
          <a:lstStyle/>
          <a:p>
            <a:endParaRPr lang="en-US"/>
          </a:p>
        </p:txBody>
      </p:sp>
      <p:sp>
        <p:nvSpPr>
          <p:cNvPr id="8" name="List 1"/>
          <p:cNvSpPr>
            <a:spLocks noGrp="1"/>
          </p:cNvSpPr>
          <p:nvPr>
            <p:ph type="body" idx="106" hasCustomPrompt="1"/>
          </p:nvPr>
        </p:nvSpPr>
        <p:spPr>
          <a:xfrm>
            <a:off x="954634" y="4773168"/>
            <a:ext cx="2818181" cy="960120"/>
          </a:xfrm>
          <a:prstGeom prst="rect">
            <a:avLst/>
          </a:prstGeom>
          <a:noFill/>
          <a:ln/>
        </p:spPr>
        <p:txBody>
          <a:bodyPr wrap="square" lIns="0" tIns="0" rIns="0" bIns="0" rtlCol="0" anchor="t"/>
          <a:lstStyle>
            <a:lvl1pPr marL="329184" indent="-329184" algn="l">
              <a:lnSpc>
                <a:spcPct val="80000"/>
              </a:lnSpc>
              <a:spcAft>
                <a:spcPts val="800"/>
              </a:spcAft>
              <a:buFont typeface="Aptos"/>
              <a:buChar char="→"/>
              <a:defRPr lang="en-US" sz="1400" dirty="0">
                <a:solidFill>
                  <a:srgbClr val="060E1D"/>
                </a:solidFill>
                <a:latin typeface="Aptos" pitchFamily="34" charset="0"/>
                <a:ea typeface="Aptos" pitchFamily="34" charset="-122"/>
                <a:cs typeface="Aptos" pitchFamily="34" charset="-120"/>
              </a:defRPr>
            </a:lvl1pPr>
          </a:lstStyle>
          <a:p>
            <a:pPr algn="l">
              <a:lnSpc>
                <a:spcPct val="80000"/>
              </a:lnSpc>
            </a:pPr>
            <a:r>
              <a:rPr lang="en-US" sz="1400" dirty="0">
                <a:solidFill>
                  <a:srgbClr val="060E1D"/>
                </a:solidFill>
                <a:latin typeface="Aptos" pitchFamily="34" charset="0"/>
                <a:ea typeface="Aptos" pitchFamily="34" charset="-122"/>
                <a:cs typeface="Aptos" pitchFamily="34" charset="-120"/>
              </a:rPr>
              <a:t>Arrow bullet, 14pt</a:t>
            </a:r>
            <a:endParaRPr lang="en-US" sz="1400" dirty="0"/>
          </a:p>
        </p:txBody>
      </p:sp>
      <p:sp>
        <p:nvSpPr>
          <p:cNvPr id="9" name="Text 2"/>
          <p:cNvSpPr/>
          <p:nvPr/>
        </p:nvSpPr>
        <p:spPr>
          <a:xfrm>
            <a:off x="4367174" y="1691640"/>
            <a:ext cx="3458261" cy="4206240"/>
          </a:xfrm>
          <a:prstGeom prst="roundRect">
            <a:avLst>
              <a:gd name="adj" fmla="val 2644"/>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10" name="Photo 2"/>
          <p:cNvSpPr>
            <a:spLocks noGrp="1"/>
          </p:cNvSpPr>
          <p:nvPr>
            <p:ph type="pic" idx="108" hasCustomPrompt="1"/>
          </p:nvPr>
        </p:nvSpPr>
        <p:spPr>
          <a:xfrm>
            <a:off x="4504334" y="1828800"/>
            <a:ext cx="3183941" cy="16002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11" name="Card heading 2"/>
          <p:cNvSpPr>
            <a:spLocks noGrp="1"/>
          </p:cNvSpPr>
          <p:nvPr>
            <p:ph type="body" idx="109" hasCustomPrompt="1"/>
          </p:nvPr>
        </p:nvSpPr>
        <p:spPr>
          <a:xfrm>
            <a:off x="4687214" y="3657600"/>
            <a:ext cx="2818181" cy="36576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Card heading</a:t>
            </a:r>
            <a:endParaRPr lang="en-US" sz="2000" dirty="0"/>
          </a:p>
        </p:txBody>
      </p:sp>
      <p:sp>
        <p:nvSpPr>
          <p:cNvPr id="12" name="Card sub 2"/>
          <p:cNvSpPr>
            <a:spLocks noGrp="1"/>
          </p:cNvSpPr>
          <p:nvPr>
            <p:ph type="body" idx="110" hasCustomPrompt="1"/>
          </p:nvPr>
        </p:nvSpPr>
        <p:spPr>
          <a:xfrm>
            <a:off x="4687214" y="4096512"/>
            <a:ext cx="2818181" cy="45720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400" dirty="0">
                <a:solidFill>
                  <a:srgbClr val="5B6472"/>
                </a:solidFill>
                <a:latin typeface="Aptos SemiBold" pitchFamily="34" charset="0"/>
                <a:ea typeface="Aptos SemiBold" pitchFamily="34" charset="-122"/>
                <a:cs typeface="Aptos SemiBold" pitchFamily="34" charset="-120"/>
              </a:rPr>
              <a:t>Card subheading</a:t>
            </a:r>
            <a:endParaRPr lang="en-US" sz="1400" dirty="0"/>
          </a:p>
        </p:txBody>
      </p:sp>
      <p:sp>
        <p:nvSpPr>
          <p:cNvPr id="13" name="Shape 3"/>
          <p:cNvSpPr/>
          <p:nvPr/>
        </p:nvSpPr>
        <p:spPr>
          <a:xfrm>
            <a:off x="4687214" y="4645152"/>
            <a:ext cx="2818181" cy="0"/>
          </a:xfrm>
          <a:prstGeom prst="line">
            <a:avLst/>
          </a:prstGeom>
          <a:noFill/>
          <a:ln w="9525">
            <a:solidFill>
              <a:srgbClr val="C9CED6"/>
            </a:solidFill>
            <a:prstDash val="dash"/>
          </a:ln>
        </p:spPr>
        <p:txBody>
          <a:bodyPr/>
          <a:lstStyle/>
          <a:p>
            <a:endParaRPr lang="en-US"/>
          </a:p>
        </p:txBody>
      </p:sp>
      <p:sp>
        <p:nvSpPr>
          <p:cNvPr id="14" name="List 2"/>
          <p:cNvSpPr>
            <a:spLocks noGrp="1"/>
          </p:cNvSpPr>
          <p:nvPr>
            <p:ph type="body" idx="112" hasCustomPrompt="1"/>
          </p:nvPr>
        </p:nvSpPr>
        <p:spPr>
          <a:xfrm>
            <a:off x="4687214" y="4773168"/>
            <a:ext cx="2818181" cy="960120"/>
          </a:xfrm>
          <a:prstGeom prst="rect">
            <a:avLst/>
          </a:prstGeom>
          <a:noFill/>
          <a:ln/>
        </p:spPr>
        <p:txBody>
          <a:bodyPr wrap="square" lIns="0" tIns="0" rIns="0" bIns="0" rtlCol="0" anchor="t"/>
          <a:lstStyle>
            <a:lvl1pPr marL="329184" indent="-329184" algn="l">
              <a:lnSpc>
                <a:spcPct val="80000"/>
              </a:lnSpc>
              <a:spcAft>
                <a:spcPts val="800"/>
              </a:spcAft>
              <a:buFont typeface="Aptos"/>
              <a:buChar char="→"/>
              <a:defRPr lang="en-US" sz="1400" dirty="0">
                <a:solidFill>
                  <a:srgbClr val="060E1D"/>
                </a:solidFill>
                <a:latin typeface="Aptos" pitchFamily="34" charset="0"/>
                <a:ea typeface="Aptos" pitchFamily="34" charset="-122"/>
                <a:cs typeface="Aptos" pitchFamily="34" charset="-120"/>
              </a:defRPr>
            </a:lvl1pPr>
          </a:lstStyle>
          <a:p>
            <a:pPr algn="l">
              <a:lnSpc>
                <a:spcPct val="80000"/>
              </a:lnSpc>
            </a:pPr>
            <a:r>
              <a:rPr lang="en-US" sz="1400" dirty="0">
                <a:solidFill>
                  <a:srgbClr val="060E1D"/>
                </a:solidFill>
                <a:latin typeface="Aptos" pitchFamily="34" charset="0"/>
                <a:ea typeface="Aptos" pitchFamily="34" charset="-122"/>
                <a:cs typeface="Aptos" pitchFamily="34" charset="-120"/>
              </a:rPr>
              <a:t>Arrow bullet, 14pt</a:t>
            </a:r>
            <a:endParaRPr lang="en-US" sz="1400" dirty="0"/>
          </a:p>
        </p:txBody>
      </p:sp>
      <p:sp>
        <p:nvSpPr>
          <p:cNvPr id="15" name="Text 4"/>
          <p:cNvSpPr/>
          <p:nvPr/>
        </p:nvSpPr>
        <p:spPr>
          <a:xfrm>
            <a:off x="8098841" y="1691640"/>
            <a:ext cx="3458261" cy="4206240"/>
          </a:xfrm>
          <a:prstGeom prst="roundRect">
            <a:avLst>
              <a:gd name="adj" fmla="val 2644"/>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16" name="Photo 3"/>
          <p:cNvSpPr>
            <a:spLocks noGrp="1"/>
          </p:cNvSpPr>
          <p:nvPr>
            <p:ph type="pic" idx="114" hasCustomPrompt="1"/>
          </p:nvPr>
        </p:nvSpPr>
        <p:spPr>
          <a:xfrm>
            <a:off x="8236001" y="1828800"/>
            <a:ext cx="3183941" cy="16002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17" name="Card heading 3"/>
          <p:cNvSpPr>
            <a:spLocks noGrp="1"/>
          </p:cNvSpPr>
          <p:nvPr>
            <p:ph type="body" idx="115" hasCustomPrompt="1"/>
          </p:nvPr>
        </p:nvSpPr>
        <p:spPr>
          <a:xfrm>
            <a:off x="8418881" y="3657600"/>
            <a:ext cx="2818181" cy="36576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Card heading</a:t>
            </a:r>
            <a:endParaRPr lang="en-US" sz="2000" dirty="0"/>
          </a:p>
        </p:txBody>
      </p:sp>
      <p:sp>
        <p:nvSpPr>
          <p:cNvPr id="18" name="Card sub 3"/>
          <p:cNvSpPr>
            <a:spLocks noGrp="1"/>
          </p:cNvSpPr>
          <p:nvPr>
            <p:ph type="body" idx="116" hasCustomPrompt="1"/>
          </p:nvPr>
        </p:nvSpPr>
        <p:spPr>
          <a:xfrm>
            <a:off x="8418881" y="4096512"/>
            <a:ext cx="2818181" cy="45720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400" dirty="0">
                <a:solidFill>
                  <a:srgbClr val="5B6472"/>
                </a:solidFill>
                <a:latin typeface="Aptos SemiBold" pitchFamily="34" charset="0"/>
                <a:ea typeface="Aptos SemiBold" pitchFamily="34" charset="-122"/>
                <a:cs typeface="Aptos SemiBold" pitchFamily="34" charset="-120"/>
              </a:rPr>
              <a:t>Card subheading</a:t>
            </a:r>
            <a:endParaRPr lang="en-US" sz="1400" dirty="0"/>
          </a:p>
        </p:txBody>
      </p:sp>
      <p:sp>
        <p:nvSpPr>
          <p:cNvPr id="19" name="Shape 5"/>
          <p:cNvSpPr/>
          <p:nvPr/>
        </p:nvSpPr>
        <p:spPr>
          <a:xfrm>
            <a:off x="8418881" y="4645152"/>
            <a:ext cx="2818181" cy="0"/>
          </a:xfrm>
          <a:prstGeom prst="line">
            <a:avLst/>
          </a:prstGeom>
          <a:noFill/>
          <a:ln w="9525">
            <a:solidFill>
              <a:srgbClr val="C9CED6"/>
            </a:solidFill>
            <a:prstDash val="dash"/>
          </a:ln>
        </p:spPr>
        <p:txBody>
          <a:bodyPr/>
          <a:lstStyle/>
          <a:p>
            <a:endParaRPr lang="en-US"/>
          </a:p>
        </p:txBody>
      </p:sp>
      <p:sp>
        <p:nvSpPr>
          <p:cNvPr id="20" name="List 3"/>
          <p:cNvSpPr>
            <a:spLocks noGrp="1"/>
          </p:cNvSpPr>
          <p:nvPr>
            <p:ph type="body" idx="118" hasCustomPrompt="1"/>
          </p:nvPr>
        </p:nvSpPr>
        <p:spPr>
          <a:xfrm>
            <a:off x="8418881" y="4773168"/>
            <a:ext cx="2818181" cy="960120"/>
          </a:xfrm>
          <a:prstGeom prst="rect">
            <a:avLst/>
          </a:prstGeom>
          <a:noFill/>
          <a:ln/>
        </p:spPr>
        <p:txBody>
          <a:bodyPr wrap="square" lIns="0" tIns="0" rIns="0" bIns="0" rtlCol="0" anchor="t"/>
          <a:lstStyle>
            <a:lvl1pPr marL="329184" indent="-329184" algn="l">
              <a:lnSpc>
                <a:spcPct val="80000"/>
              </a:lnSpc>
              <a:spcAft>
                <a:spcPts val="800"/>
              </a:spcAft>
              <a:buFont typeface="Aptos"/>
              <a:buChar char="→"/>
              <a:defRPr lang="en-US" sz="1400" dirty="0">
                <a:solidFill>
                  <a:srgbClr val="060E1D"/>
                </a:solidFill>
                <a:latin typeface="Aptos" pitchFamily="34" charset="0"/>
                <a:ea typeface="Aptos" pitchFamily="34" charset="-122"/>
                <a:cs typeface="Aptos" pitchFamily="34" charset="-120"/>
              </a:defRPr>
            </a:lvl1pPr>
          </a:lstStyle>
          <a:p>
            <a:pPr algn="l">
              <a:lnSpc>
                <a:spcPct val="80000"/>
              </a:lnSpc>
            </a:pPr>
            <a:r>
              <a:rPr lang="en-US" sz="1400" dirty="0">
                <a:solidFill>
                  <a:srgbClr val="060E1D"/>
                </a:solidFill>
                <a:latin typeface="Aptos" pitchFamily="34" charset="0"/>
                <a:ea typeface="Aptos" pitchFamily="34" charset="-122"/>
                <a:cs typeface="Aptos" pitchFamily="34" charset="-120"/>
              </a:rPr>
              <a:t>Arrow bullet, 14pt</a:t>
            </a:r>
            <a:endParaRPr lang="en-US" sz="1400" dirty="0"/>
          </a:p>
        </p:txBody>
      </p:sp>
      <p:pic>
        <p:nvPicPr>
          <p:cNvPr id="21"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22" name="Text 6"/>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23" name="Source"/>
          <p:cNvSpPr>
            <a:spLocks noGrp="1"/>
          </p:cNvSpPr>
          <p:nvPr>
            <p:ph type="body" idx="121"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Photo cards · four">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Text 0"/>
          <p:cNvSpPr/>
          <p:nvPr/>
        </p:nvSpPr>
        <p:spPr>
          <a:xfrm>
            <a:off x="634594" y="1691640"/>
            <a:ext cx="2593238" cy="4206240"/>
          </a:xfrm>
          <a:prstGeom prst="roundRect">
            <a:avLst>
              <a:gd name="adj" fmla="val 3526"/>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4" name="Photo 1"/>
          <p:cNvSpPr>
            <a:spLocks noGrp="1"/>
          </p:cNvSpPr>
          <p:nvPr>
            <p:ph type="pic" idx="102" hasCustomPrompt="1"/>
          </p:nvPr>
        </p:nvSpPr>
        <p:spPr>
          <a:xfrm>
            <a:off x="771754" y="1828800"/>
            <a:ext cx="2318918" cy="141732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5" name="Card heading 1"/>
          <p:cNvSpPr>
            <a:spLocks noGrp="1"/>
          </p:cNvSpPr>
          <p:nvPr>
            <p:ph type="body" idx="103" hasCustomPrompt="1"/>
          </p:nvPr>
        </p:nvSpPr>
        <p:spPr>
          <a:xfrm>
            <a:off x="954634" y="3474720"/>
            <a:ext cx="1953158"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Card heading</a:t>
            </a:r>
            <a:endParaRPr lang="en-US" sz="1800" dirty="0"/>
          </a:p>
        </p:txBody>
      </p:sp>
      <p:sp>
        <p:nvSpPr>
          <p:cNvPr id="6" name="Card sub 1"/>
          <p:cNvSpPr>
            <a:spLocks noGrp="1"/>
          </p:cNvSpPr>
          <p:nvPr>
            <p:ph type="body" idx="104" hasCustomPrompt="1"/>
          </p:nvPr>
        </p:nvSpPr>
        <p:spPr>
          <a:xfrm>
            <a:off x="954634" y="3913632"/>
            <a:ext cx="1953158" cy="45720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400" dirty="0">
                <a:solidFill>
                  <a:srgbClr val="5B6472"/>
                </a:solidFill>
                <a:latin typeface="Aptos SemiBold" pitchFamily="34" charset="0"/>
                <a:ea typeface="Aptos SemiBold" pitchFamily="34" charset="-122"/>
                <a:cs typeface="Aptos SemiBold" pitchFamily="34" charset="-120"/>
              </a:rPr>
              <a:t>Card subheading</a:t>
            </a:r>
            <a:endParaRPr lang="en-US" sz="1400" dirty="0"/>
          </a:p>
        </p:txBody>
      </p:sp>
      <p:sp>
        <p:nvSpPr>
          <p:cNvPr id="7" name="Shape 1"/>
          <p:cNvSpPr/>
          <p:nvPr/>
        </p:nvSpPr>
        <p:spPr>
          <a:xfrm>
            <a:off x="954634" y="4462272"/>
            <a:ext cx="1953158" cy="0"/>
          </a:xfrm>
          <a:prstGeom prst="line">
            <a:avLst/>
          </a:prstGeom>
          <a:noFill/>
          <a:ln w="9525">
            <a:solidFill>
              <a:srgbClr val="C9CED6"/>
            </a:solidFill>
            <a:prstDash val="dash"/>
          </a:ln>
        </p:spPr>
        <p:txBody>
          <a:bodyPr/>
          <a:lstStyle/>
          <a:p>
            <a:endParaRPr lang="en-US"/>
          </a:p>
        </p:txBody>
      </p:sp>
      <p:sp>
        <p:nvSpPr>
          <p:cNvPr id="8" name="List 1"/>
          <p:cNvSpPr>
            <a:spLocks noGrp="1"/>
          </p:cNvSpPr>
          <p:nvPr>
            <p:ph type="body" idx="106" hasCustomPrompt="1"/>
          </p:nvPr>
        </p:nvSpPr>
        <p:spPr>
          <a:xfrm>
            <a:off x="954634" y="4590288"/>
            <a:ext cx="1953158" cy="1143000"/>
          </a:xfrm>
          <a:prstGeom prst="rect">
            <a:avLst/>
          </a:prstGeom>
          <a:noFill/>
          <a:ln/>
        </p:spPr>
        <p:txBody>
          <a:bodyPr wrap="square" lIns="0" tIns="0" rIns="0" bIns="0" rtlCol="0" anchor="t"/>
          <a:lstStyle>
            <a:lvl1pPr marL="329184" indent="-329184" algn="l">
              <a:lnSpc>
                <a:spcPct val="80000"/>
              </a:lnSpc>
              <a:spcAft>
                <a:spcPts val="800"/>
              </a:spcAft>
              <a:buFont typeface="Aptos"/>
              <a:buChar char="→"/>
              <a:defRPr lang="en-US" sz="1400" dirty="0">
                <a:solidFill>
                  <a:srgbClr val="060E1D"/>
                </a:solidFill>
                <a:latin typeface="Aptos" pitchFamily="34" charset="0"/>
                <a:ea typeface="Aptos" pitchFamily="34" charset="-122"/>
                <a:cs typeface="Aptos" pitchFamily="34" charset="-120"/>
              </a:defRPr>
            </a:lvl1pPr>
          </a:lstStyle>
          <a:p>
            <a:pPr algn="l">
              <a:lnSpc>
                <a:spcPct val="80000"/>
              </a:lnSpc>
            </a:pPr>
            <a:r>
              <a:rPr lang="en-US" sz="1400" dirty="0">
                <a:solidFill>
                  <a:srgbClr val="060E1D"/>
                </a:solidFill>
                <a:latin typeface="Aptos" pitchFamily="34" charset="0"/>
                <a:ea typeface="Aptos" pitchFamily="34" charset="-122"/>
                <a:cs typeface="Aptos" pitchFamily="34" charset="-120"/>
              </a:rPr>
              <a:t>Arrow bullet, 14pt</a:t>
            </a:r>
            <a:endParaRPr lang="en-US" sz="1400" dirty="0"/>
          </a:p>
        </p:txBody>
      </p:sp>
      <p:sp>
        <p:nvSpPr>
          <p:cNvPr id="9" name="Text 2"/>
          <p:cNvSpPr/>
          <p:nvPr/>
        </p:nvSpPr>
        <p:spPr>
          <a:xfrm>
            <a:off x="3410712" y="1691640"/>
            <a:ext cx="2593238" cy="4206240"/>
          </a:xfrm>
          <a:prstGeom prst="roundRect">
            <a:avLst>
              <a:gd name="adj" fmla="val 3526"/>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10" name="Photo 2"/>
          <p:cNvSpPr>
            <a:spLocks noGrp="1"/>
          </p:cNvSpPr>
          <p:nvPr>
            <p:ph type="pic" idx="108" hasCustomPrompt="1"/>
          </p:nvPr>
        </p:nvSpPr>
        <p:spPr>
          <a:xfrm>
            <a:off x="3547872" y="1828800"/>
            <a:ext cx="2318918" cy="141732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11" name="Card heading 2"/>
          <p:cNvSpPr>
            <a:spLocks noGrp="1"/>
          </p:cNvSpPr>
          <p:nvPr>
            <p:ph type="body" idx="109" hasCustomPrompt="1"/>
          </p:nvPr>
        </p:nvSpPr>
        <p:spPr>
          <a:xfrm>
            <a:off x="3730752" y="3474720"/>
            <a:ext cx="1953158"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Card heading</a:t>
            </a:r>
            <a:endParaRPr lang="en-US" sz="1800" dirty="0"/>
          </a:p>
        </p:txBody>
      </p:sp>
      <p:sp>
        <p:nvSpPr>
          <p:cNvPr id="12" name="Card sub 2"/>
          <p:cNvSpPr>
            <a:spLocks noGrp="1"/>
          </p:cNvSpPr>
          <p:nvPr>
            <p:ph type="body" idx="110" hasCustomPrompt="1"/>
          </p:nvPr>
        </p:nvSpPr>
        <p:spPr>
          <a:xfrm>
            <a:off x="3730752" y="3913632"/>
            <a:ext cx="1953158" cy="45720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400" dirty="0">
                <a:solidFill>
                  <a:srgbClr val="5B6472"/>
                </a:solidFill>
                <a:latin typeface="Aptos SemiBold" pitchFamily="34" charset="0"/>
                <a:ea typeface="Aptos SemiBold" pitchFamily="34" charset="-122"/>
                <a:cs typeface="Aptos SemiBold" pitchFamily="34" charset="-120"/>
              </a:rPr>
              <a:t>Card subheading</a:t>
            </a:r>
            <a:endParaRPr lang="en-US" sz="1400" dirty="0"/>
          </a:p>
        </p:txBody>
      </p:sp>
      <p:sp>
        <p:nvSpPr>
          <p:cNvPr id="13" name="Shape 3"/>
          <p:cNvSpPr/>
          <p:nvPr/>
        </p:nvSpPr>
        <p:spPr>
          <a:xfrm>
            <a:off x="3730752" y="4462272"/>
            <a:ext cx="1953158" cy="0"/>
          </a:xfrm>
          <a:prstGeom prst="line">
            <a:avLst/>
          </a:prstGeom>
          <a:noFill/>
          <a:ln w="9525">
            <a:solidFill>
              <a:srgbClr val="C9CED6"/>
            </a:solidFill>
            <a:prstDash val="dash"/>
          </a:ln>
        </p:spPr>
        <p:txBody>
          <a:bodyPr/>
          <a:lstStyle/>
          <a:p>
            <a:endParaRPr lang="en-US"/>
          </a:p>
        </p:txBody>
      </p:sp>
      <p:sp>
        <p:nvSpPr>
          <p:cNvPr id="14" name="List 2"/>
          <p:cNvSpPr>
            <a:spLocks noGrp="1"/>
          </p:cNvSpPr>
          <p:nvPr>
            <p:ph type="body" idx="112" hasCustomPrompt="1"/>
          </p:nvPr>
        </p:nvSpPr>
        <p:spPr>
          <a:xfrm>
            <a:off x="3730752" y="4590288"/>
            <a:ext cx="1953158" cy="1143000"/>
          </a:xfrm>
          <a:prstGeom prst="rect">
            <a:avLst/>
          </a:prstGeom>
          <a:noFill/>
          <a:ln/>
        </p:spPr>
        <p:txBody>
          <a:bodyPr wrap="square" lIns="0" tIns="0" rIns="0" bIns="0" rtlCol="0" anchor="t"/>
          <a:lstStyle>
            <a:lvl1pPr marL="329184" indent="-329184" algn="l">
              <a:lnSpc>
                <a:spcPct val="80000"/>
              </a:lnSpc>
              <a:spcAft>
                <a:spcPts val="800"/>
              </a:spcAft>
              <a:buFont typeface="Aptos"/>
              <a:buChar char="→"/>
              <a:defRPr lang="en-US" sz="1400" dirty="0">
                <a:solidFill>
                  <a:srgbClr val="060E1D"/>
                </a:solidFill>
                <a:latin typeface="Aptos" pitchFamily="34" charset="0"/>
                <a:ea typeface="Aptos" pitchFamily="34" charset="-122"/>
                <a:cs typeface="Aptos" pitchFamily="34" charset="-120"/>
              </a:defRPr>
            </a:lvl1pPr>
          </a:lstStyle>
          <a:p>
            <a:pPr algn="l">
              <a:lnSpc>
                <a:spcPct val="80000"/>
              </a:lnSpc>
            </a:pPr>
            <a:r>
              <a:rPr lang="en-US" sz="1400" dirty="0">
                <a:solidFill>
                  <a:srgbClr val="060E1D"/>
                </a:solidFill>
                <a:latin typeface="Aptos" pitchFamily="34" charset="0"/>
                <a:ea typeface="Aptos" pitchFamily="34" charset="-122"/>
                <a:cs typeface="Aptos" pitchFamily="34" charset="-120"/>
              </a:rPr>
              <a:t>Arrow bullet, 14pt</a:t>
            </a:r>
            <a:endParaRPr lang="en-US" sz="1400" dirty="0"/>
          </a:p>
        </p:txBody>
      </p:sp>
      <p:sp>
        <p:nvSpPr>
          <p:cNvPr id="15" name="Text 4"/>
          <p:cNvSpPr/>
          <p:nvPr/>
        </p:nvSpPr>
        <p:spPr>
          <a:xfrm>
            <a:off x="6186830" y="1691640"/>
            <a:ext cx="2593238" cy="4206240"/>
          </a:xfrm>
          <a:prstGeom prst="roundRect">
            <a:avLst>
              <a:gd name="adj" fmla="val 3526"/>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16" name="Photo 3"/>
          <p:cNvSpPr>
            <a:spLocks noGrp="1"/>
          </p:cNvSpPr>
          <p:nvPr>
            <p:ph type="pic" idx="114" hasCustomPrompt="1"/>
          </p:nvPr>
        </p:nvSpPr>
        <p:spPr>
          <a:xfrm>
            <a:off x="6323990" y="1828800"/>
            <a:ext cx="2318918" cy="141732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17" name="Card heading 3"/>
          <p:cNvSpPr>
            <a:spLocks noGrp="1"/>
          </p:cNvSpPr>
          <p:nvPr>
            <p:ph type="body" idx="115" hasCustomPrompt="1"/>
          </p:nvPr>
        </p:nvSpPr>
        <p:spPr>
          <a:xfrm>
            <a:off x="6506870" y="3474720"/>
            <a:ext cx="1953158"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Card heading</a:t>
            </a:r>
            <a:endParaRPr lang="en-US" sz="1800" dirty="0"/>
          </a:p>
        </p:txBody>
      </p:sp>
      <p:sp>
        <p:nvSpPr>
          <p:cNvPr id="18" name="Card sub 3"/>
          <p:cNvSpPr>
            <a:spLocks noGrp="1"/>
          </p:cNvSpPr>
          <p:nvPr>
            <p:ph type="body" idx="116" hasCustomPrompt="1"/>
          </p:nvPr>
        </p:nvSpPr>
        <p:spPr>
          <a:xfrm>
            <a:off x="6506870" y="3913632"/>
            <a:ext cx="1953158" cy="45720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400" dirty="0">
                <a:solidFill>
                  <a:srgbClr val="5B6472"/>
                </a:solidFill>
                <a:latin typeface="Aptos SemiBold" pitchFamily="34" charset="0"/>
                <a:ea typeface="Aptos SemiBold" pitchFamily="34" charset="-122"/>
                <a:cs typeface="Aptos SemiBold" pitchFamily="34" charset="-120"/>
              </a:rPr>
              <a:t>Card subheading</a:t>
            </a:r>
            <a:endParaRPr lang="en-US" sz="1400" dirty="0"/>
          </a:p>
        </p:txBody>
      </p:sp>
      <p:sp>
        <p:nvSpPr>
          <p:cNvPr id="19" name="Shape 5"/>
          <p:cNvSpPr/>
          <p:nvPr/>
        </p:nvSpPr>
        <p:spPr>
          <a:xfrm>
            <a:off x="6506870" y="4462272"/>
            <a:ext cx="1953158" cy="0"/>
          </a:xfrm>
          <a:prstGeom prst="line">
            <a:avLst/>
          </a:prstGeom>
          <a:noFill/>
          <a:ln w="9525">
            <a:solidFill>
              <a:srgbClr val="C9CED6"/>
            </a:solidFill>
            <a:prstDash val="dash"/>
          </a:ln>
        </p:spPr>
        <p:txBody>
          <a:bodyPr/>
          <a:lstStyle/>
          <a:p>
            <a:endParaRPr lang="en-US"/>
          </a:p>
        </p:txBody>
      </p:sp>
      <p:sp>
        <p:nvSpPr>
          <p:cNvPr id="20" name="List 3"/>
          <p:cNvSpPr>
            <a:spLocks noGrp="1"/>
          </p:cNvSpPr>
          <p:nvPr>
            <p:ph type="body" idx="118" hasCustomPrompt="1"/>
          </p:nvPr>
        </p:nvSpPr>
        <p:spPr>
          <a:xfrm>
            <a:off x="6506870" y="4590288"/>
            <a:ext cx="1953158" cy="1143000"/>
          </a:xfrm>
          <a:prstGeom prst="rect">
            <a:avLst/>
          </a:prstGeom>
          <a:noFill/>
          <a:ln/>
        </p:spPr>
        <p:txBody>
          <a:bodyPr wrap="square" lIns="0" tIns="0" rIns="0" bIns="0" rtlCol="0" anchor="t"/>
          <a:lstStyle>
            <a:lvl1pPr marL="329184" indent="-329184" algn="l">
              <a:lnSpc>
                <a:spcPct val="80000"/>
              </a:lnSpc>
              <a:spcAft>
                <a:spcPts val="800"/>
              </a:spcAft>
              <a:buFont typeface="Aptos"/>
              <a:buChar char="→"/>
              <a:defRPr lang="en-US" sz="1400" dirty="0">
                <a:solidFill>
                  <a:srgbClr val="060E1D"/>
                </a:solidFill>
                <a:latin typeface="Aptos" pitchFamily="34" charset="0"/>
                <a:ea typeface="Aptos" pitchFamily="34" charset="-122"/>
                <a:cs typeface="Aptos" pitchFamily="34" charset="-120"/>
              </a:defRPr>
            </a:lvl1pPr>
          </a:lstStyle>
          <a:p>
            <a:pPr algn="l">
              <a:lnSpc>
                <a:spcPct val="80000"/>
              </a:lnSpc>
            </a:pPr>
            <a:r>
              <a:rPr lang="en-US" sz="1400" dirty="0">
                <a:solidFill>
                  <a:srgbClr val="060E1D"/>
                </a:solidFill>
                <a:latin typeface="Aptos" pitchFamily="34" charset="0"/>
                <a:ea typeface="Aptos" pitchFamily="34" charset="-122"/>
                <a:cs typeface="Aptos" pitchFamily="34" charset="-120"/>
              </a:rPr>
              <a:t>Arrow bullet, 14pt</a:t>
            </a:r>
            <a:endParaRPr lang="en-US" sz="1400" dirty="0"/>
          </a:p>
        </p:txBody>
      </p:sp>
      <p:sp>
        <p:nvSpPr>
          <p:cNvPr id="21" name="Text 6"/>
          <p:cNvSpPr/>
          <p:nvPr/>
        </p:nvSpPr>
        <p:spPr>
          <a:xfrm>
            <a:off x="8963863" y="1691640"/>
            <a:ext cx="2593238" cy="4206240"/>
          </a:xfrm>
          <a:prstGeom prst="roundRect">
            <a:avLst>
              <a:gd name="adj" fmla="val 3526"/>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22" name="Photo 4"/>
          <p:cNvSpPr>
            <a:spLocks noGrp="1"/>
          </p:cNvSpPr>
          <p:nvPr>
            <p:ph type="pic" idx="120" hasCustomPrompt="1"/>
          </p:nvPr>
        </p:nvSpPr>
        <p:spPr>
          <a:xfrm>
            <a:off x="9101023" y="1828800"/>
            <a:ext cx="2318918" cy="141732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photo</a:t>
            </a:r>
            <a:endParaRPr lang="en-US" sz="1600" dirty="0"/>
          </a:p>
        </p:txBody>
      </p:sp>
      <p:sp>
        <p:nvSpPr>
          <p:cNvPr id="23" name="Card heading 4"/>
          <p:cNvSpPr>
            <a:spLocks noGrp="1"/>
          </p:cNvSpPr>
          <p:nvPr>
            <p:ph type="body" idx="121" hasCustomPrompt="1"/>
          </p:nvPr>
        </p:nvSpPr>
        <p:spPr>
          <a:xfrm>
            <a:off x="9283903" y="3474720"/>
            <a:ext cx="1953158"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Card heading</a:t>
            </a:r>
            <a:endParaRPr lang="en-US" sz="1800" dirty="0"/>
          </a:p>
        </p:txBody>
      </p:sp>
      <p:sp>
        <p:nvSpPr>
          <p:cNvPr id="24" name="Card sub 4"/>
          <p:cNvSpPr>
            <a:spLocks noGrp="1"/>
          </p:cNvSpPr>
          <p:nvPr>
            <p:ph type="body" idx="122" hasCustomPrompt="1"/>
          </p:nvPr>
        </p:nvSpPr>
        <p:spPr>
          <a:xfrm>
            <a:off x="9283903" y="3913632"/>
            <a:ext cx="1953158" cy="45720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400" dirty="0">
                <a:solidFill>
                  <a:srgbClr val="5B6472"/>
                </a:solidFill>
                <a:latin typeface="Aptos SemiBold" pitchFamily="34" charset="0"/>
                <a:ea typeface="Aptos SemiBold" pitchFamily="34" charset="-122"/>
                <a:cs typeface="Aptos SemiBold" pitchFamily="34" charset="-120"/>
              </a:rPr>
              <a:t>Card subheading</a:t>
            </a:r>
            <a:endParaRPr lang="en-US" sz="1400" dirty="0"/>
          </a:p>
        </p:txBody>
      </p:sp>
      <p:sp>
        <p:nvSpPr>
          <p:cNvPr id="25" name="Shape 7"/>
          <p:cNvSpPr/>
          <p:nvPr/>
        </p:nvSpPr>
        <p:spPr>
          <a:xfrm>
            <a:off x="9283903" y="4462272"/>
            <a:ext cx="1953158" cy="0"/>
          </a:xfrm>
          <a:prstGeom prst="line">
            <a:avLst/>
          </a:prstGeom>
          <a:noFill/>
          <a:ln w="9525">
            <a:solidFill>
              <a:srgbClr val="C9CED6"/>
            </a:solidFill>
            <a:prstDash val="dash"/>
          </a:ln>
        </p:spPr>
        <p:txBody>
          <a:bodyPr/>
          <a:lstStyle/>
          <a:p>
            <a:endParaRPr lang="en-US"/>
          </a:p>
        </p:txBody>
      </p:sp>
      <p:sp>
        <p:nvSpPr>
          <p:cNvPr id="26" name="List 4"/>
          <p:cNvSpPr>
            <a:spLocks noGrp="1"/>
          </p:cNvSpPr>
          <p:nvPr>
            <p:ph type="body" idx="124" hasCustomPrompt="1"/>
          </p:nvPr>
        </p:nvSpPr>
        <p:spPr>
          <a:xfrm>
            <a:off x="9283903" y="4590288"/>
            <a:ext cx="1953158" cy="1143000"/>
          </a:xfrm>
          <a:prstGeom prst="rect">
            <a:avLst/>
          </a:prstGeom>
          <a:noFill/>
          <a:ln/>
        </p:spPr>
        <p:txBody>
          <a:bodyPr wrap="square" lIns="0" tIns="0" rIns="0" bIns="0" rtlCol="0" anchor="t"/>
          <a:lstStyle>
            <a:lvl1pPr marL="329184" indent="-329184" algn="l">
              <a:lnSpc>
                <a:spcPct val="80000"/>
              </a:lnSpc>
              <a:spcAft>
                <a:spcPts val="800"/>
              </a:spcAft>
              <a:buFont typeface="Aptos"/>
              <a:buChar char="→"/>
              <a:defRPr lang="en-US" sz="1400" dirty="0">
                <a:solidFill>
                  <a:srgbClr val="060E1D"/>
                </a:solidFill>
                <a:latin typeface="Aptos" pitchFamily="34" charset="0"/>
                <a:ea typeface="Aptos" pitchFamily="34" charset="-122"/>
                <a:cs typeface="Aptos" pitchFamily="34" charset="-120"/>
              </a:defRPr>
            </a:lvl1pPr>
          </a:lstStyle>
          <a:p>
            <a:pPr algn="l">
              <a:lnSpc>
                <a:spcPct val="80000"/>
              </a:lnSpc>
            </a:pPr>
            <a:r>
              <a:rPr lang="en-US" sz="1400" dirty="0">
                <a:solidFill>
                  <a:srgbClr val="060E1D"/>
                </a:solidFill>
                <a:latin typeface="Aptos" pitchFamily="34" charset="0"/>
                <a:ea typeface="Aptos" pitchFamily="34" charset="-122"/>
                <a:cs typeface="Aptos" pitchFamily="34" charset="-120"/>
              </a:rPr>
              <a:t>Arrow bullet, 14pt</a:t>
            </a:r>
            <a:endParaRPr lang="en-US" sz="1400" dirty="0"/>
          </a:p>
        </p:txBody>
      </p:sp>
      <p:pic>
        <p:nvPicPr>
          <p:cNvPr id="27"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28" name="Text 8"/>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29" name="Source"/>
          <p:cNvSpPr>
            <a:spLocks noGrp="1"/>
          </p:cNvSpPr>
          <p:nvPr>
            <p:ph type="body" idx="127"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30"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People · three with bio">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Portrait 1"/>
          <p:cNvSpPr>
            <a:spLocks noGrp="1"/>
          </p:cNvSpPr>
          <p:nvPr>
            <p:ph type="pic" idx="101" hasCustomPrompt="1"/>
          </p:nvPr>
        </p:nvSpPr>
        <p:spPr>
          <a:xfrm>
            <a:off x="634594" y="1691640"/>
            <a:ext cx="3458261" cy="2286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portrait</a:t>
            </a:r>
            <a:endParaRPr lang="en-US" sz="1600" dirty="0"/>
          </a:p>
        </p:txBody>
      </p:sp>
      <p:sp>
        <p:nvSpPr>
          <p:cNvPr id="4" name="Person name 1"/>
          <p:cNvSpPr>
            <a:spLocks noGrp="1"/>
          </p:cNvSpPr>
          <p:nvPr>
            <p:ph type="body" idx="102" hasCustomPrompt="1"/>
          </p:nvPr>
        </p:nvSpPr>
        <p:spPr>
          <a:xfrm>
            <a:off x="634594" y="4160520"/>
            <a:ext cx="3458261" cy="36576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[Name Surname]</a:t>
            </a:r>
            <a:endParaRPr lang="en-US" sz="2000" dirty="0"/>
          </a:p>
        </p:txBody>
      </p:sp>
      <p:sp>
        <p:nvSpPr>
          <p:cNvPr id="5" name="Person role 1"/>
          <p:cNvSpPr>
            <a:spLocks noGrp="1"/>
          </p:cNvSpPr>
          <p:nvPr>
            <p:ph type="body" idx="103" hasCustomPrompt="1"/>
          </p:nvPr>
        </p:nvSpPr>
        <p:spPr>
          <a:xfrm>
            <a:off x="634594" y="4544568"/>
            <a:ext cx="3458261" cy="320040"/>
          </a:xfrm>
          <a:prstGeom prst="rect">
            <a:avLst/>
          </a:prstGeom>
          <a:noFill/>
          <a:ln/>
        </p:spPr>
        <p:txBody>
          <a:bodyPr wrap="square" lIns="0" tIns="0" rIns="0" bIns="0" rtlCol="0" anchor="t"/>
          <a:lstStyle>
            <a:lvl1pPr marL="0" indent="0" algn="l">
              <a:lnSpc>
                <a:spcPct val="80000"/>
              </a:lnSpc>
              <a:buNone/>
              <a:defRPr lang="en-US" sz="15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500" dirty="0">
                <a:solidFill>
                  <a:srgbClr val="5B6472"/>
                </a:solidFill>
                <a:latin typeface="Aptos" pitchFamily="34" charset="0"/>
                <a:ea typeface="Aptos" pitchFamily="34" charset="-122"/>
                <a:cs typeface="Aptos" pitchFamily="34" charset="-120"/>
              </a:rPr>
              <a:t>[Title, organisation]</a:t>
            </a:r>
            <a:endParaRPr lang="en-US" sz="1500" dirty="0"/>
          </a:p>
        </p:txBody>
      </p:sp>
      <p:sp>
        <p:nvSpPr>
          <p:cNvPr id="6" name="Person bio 1"/>
          <p:cNvSpPr>
            <a:spLocks noGrp="1"/>
          </p:cNvSpPr>
          <p:nvPr>
            <p:ph type="body" idx="104" hasCustomPrompt="1"/>
          </p:nvPr>
        </p:nvSpPr>
        <p:spPr>
          <a:xfrm>
            <a:off x="634594" y="4983480"/>
            <a:ext cx="3458261" cy="914400"/>
          </a:xfrm>
          <a:prstGeom prst="rect">
            <a:avLst/>
          </a:prstGeom>
          <a:noFill/>
          <a:ln/>
        </p:spPr>
        <p:txBody>
          <a:bodyPr wrap="square" lIns="0" tIns="0" rIns="0" bIns="0" rtlCol="0" anchor="t"/>
          <a:lstStyle>
            <a:lvl1pPr marL="0" indent="0" algn="l">
              <a:lnSpc>
                <a:spcPct val="80000"/>
              </a:lnSpc>
              <a:buNone/>
              <a:defRPr lang="en-US" sz="14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060E1D"/>
                </a:solidFill>
                <a:latin typeface="Aptos" pitchFamily="34" charset="0"/>
                <a:ea typeface="Aptos" pitchFamily="34" charset="-122"/>
                <a:cs typeface="Aptos" pitchFamily="34" charset="-120"/>
              </a:rPr>
              <a:t>Short bio, 14pt</a:t>
            </a:r>
            <a:endParaRPr lang="en-US" sz="1400" dirty="0"/>
          </a:p>
        </p:txBody>
      </p:sp>
      <p:sp>
        <p:nvSpPr>
          <p:cNvPr id="7" name="Portrait 2"/>
          <p:cNvSpPr>
            <a:spLocks noGrp="1"/>
          </p:cNvSpPr>
          <p:nvPr>
            <p:ph type="pic" idx="105" hasCustomPrompt="1"/>
          </p:nvPr>
        </p:nvSpPr>
        <p:spPr>
          <a:xfrm>
            <a:off x="4367174" y="1691640"/>
            <a:ext cx="3458261" cy="2286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portrait</a:t>
            </a:r>
            <a:endParaRPr lang="en-US" sz="1600" dirty="0"/>
          </a:p>
        </p:txBody>
      </p:sp>
      <p:sp>
        <p:nvSpPr>
          <p:cNvPr id="8" name="Person name 2"/>
          <p:cNvSpPr>
            <a:spLocks noGrp="1"/>
          </p:cNvSpPr>
          <p:nvPr>
            <p:ph type="body" idx="106" hasCustomPrompt="1"/>
          </p:nvPr>
        </p:nvSpPr>
        <p:spPr>
          <a:xfrm>
            <a:off x="4367174" y="4160520"/>
            <a:ext cx="3458261" cy="36576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[Name Surname]</a:t>
            </a:r>
            <a:endParaRPr lang="en-US" sz="2000" dirty="0"/>
          </a:p>
        </p:txBody>
      </p:sp>
      <p:sp>
        <p:nvSpPr>
          <p:cNvPr id="9" name="Person role 2"/>
          <p:cNvSpPr>
            <a:spLocks noGrp="1"/>
          </p:cNvSpPr>
          <p:nvPr>
            <p:ph type="body" idx="107" hasCustomPrompt="1"/>
          </p:nvPr>
        </p:nvSpPr>
        <p:spPr>
          <a:xfrm>
            <a:off x="4367174" y="4544568"/>
            <a:ext cx="3458261" cy="320040"/>
          </a:xfrm>
          <a:prstGeom prst="rect">
            <a:avLst/>
          </a:prstGeom>
          <a:noFill/>
          <a:ln/>
        </p:spPr>
        <p:txBody>
          <a:bodyPr wrap="square" lIns="0" tIns="0" rIns="0" bIns="0" rtlCol="0" anchor="t"/>
          <a:lstStyle>
            <a:lvl1pPr marL="0" indent="0" algn="l">
              <a:lnSpc>
                <a:spcPct val="80000"/>
              </a:lnSpc>
              <a:buNone/>
              <a:defRPr lang="en-US" sz="15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500" dirty="0">
                <a:solidFill>
                  <a:srgbClr val="5B6472"/>
                </a:solidFill>
                <a:latin typeface="Aptos" pitchFamily="34" charset="0"/>
                <a:ea typeface="Aptos" pitchFamily="34" charset="-122"/>
                <a:cs typeface="Aptos" pitchFamily="34" charset="-120"/>
              </a:rPr>
              <a:t>[Title, organisation]</a:t>
            </a:r>
            <a:endParaRPr lang="en-US" sz="1500" dirty="0"/>
          </a:p>
        </p:txBody>
      </p:sp>
      <p:sp>
        <p:nvSpPr>
          <p:cNvPr id="10" name="Person bio 2"/>
          <p:cNvSpPr>
            <a:spLocks noGrp="1"/>
          </p:cNvSpPr>
          <p:nvPr>
            <p:ph type="body" idx="108" hasCustomPrompt="1"/>
          </p:nvPr>
        </p:nvSpPr>
        <p:spPr>
          <a:xfrm>
            <a:off x="4367174" y="4983480"/>
            <a:ext cx="3458261" cy="914400"/>
          </a:xfrm>
          <a:prstGeom prst="rect">
            <a:avLst/>
          </a:prstGeom>
          <a:noFill/>
          <a:ln/>
        </p:spPr>
        <p:txBody>
          <a:bodyPr wrap="square" lIns="0" tIns="0" rIns="0" bIns="0" rtlCol="0" anchor="t"/>
          <a:lstStyle>
            <a:lvl1pPr marL="0" indent="0" algn="l">
              <a:lnSpc>
                <a:spcPct val="80000"/>
              </a:lnSpc>
              <a:buNone/>
              <a:defRPr lang="en-US" sz="14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060E1D"/>
                </a:solidFill>
                <a:latin typeface="Aptos" pitchFamily="34" charset="0"/>
                <a:ea typeface="Aptos" pitchFamily="34" charset="-122"/>
                <a:cs typeface="Aptos" pitchFamily="34" charset="-120"/>
              </a:rPr>
              <a:t>Short bio, 14pt</a:t>
            </a:r>
            <a:endParaRPr lang="en-US" sz="1400" dirty="0"/>
          </a:p>
        </p:txBody>
      </p:sp>
      <p:sp>
        <p:nvSpPr>
          <p:cNvPr id="11" name="Portrait 3"/>
          <p:cNvSpPr>
            <a:spLocks noGrp="1"/>
          </p:cNvSpPr>
          <p:nvPr>
            <p:ph type="pic" idx="109" hasCustomPrompt="1"/>
          </p:nvPr>
        </p:nvSpPr>
        <p:spPr>
          <a:xfrm>
            <a:off x="8098841" y="1691640"/>
            <a:ext cx="3458261" cy="2286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portrait</a:t>
            </a:r>
            <a:endParaRPr lang="en-US" sz="1600" dirty="0"/>
          </a:p>
        </p:txBody>
      </p:sp>
      <p:sp>
        <p:nvSpPr>
          <p:cNvPr id="12" name="Person name 3"/>
          <p:cNvSpPr>
            <a:spLocks noGrp="1"/>
          </p:cNvSpPr>
          <p:nvPr>
            <p:ph type="body" idx="110" hasCustomPrompt="1"/>
          </p:nvPr>
        </p:nvSpPr>
        <p:spPr>
          <a:xfrm>
            <a:off x="8098841" y="4160520"/>
            <a:ext cx="3458261" cy="36576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[Name Surname]</a:t>
            </a:r>
            <a:endParaRPr lang="en-US" sz="2000" dirty="0"/>
          </a:p>
        </p:txBody>
      </p:sp>
      <p:sp>
        <p:nvSpPr>
          <p:cNvPr id="13" name="Person role 3"/>
          <p:cNvSpPr>
            <a:spLocks noGrp="1"/>
          </p:cNvSpPr>
          <p:nvPr>
            <p:ph type="body" idx="111" hasCustomPrompt="1"/>
          </p:nvPr>
        </p:nvSpPr>
        <p:spPr>
          <a:xfrm>
            <a:off x="8098841" y="4544568"/>
            <a:ext cx="3458261" cy="320040"/>
          </a:xfrm>
          <a:prstGeom prst="rect">
            <a:avLst/>
          </a:prstGeom>
          <a:noFill/>
          <a:ln/>
        </p:spPr>
        <p:txBody>
          <a:bodyPr wrap="square" lIns="0" tIns="0" rIns="0" bIns="0" rtlCol="0" anchor="t"/>
          <a:lstStyle>
            <a:lvl1pPr marL="0" indent="0" algn="l">
              <a:lnSpc>
                <a:spcPct val="80000"/>
              </a:lnSpc>
              <a:buNone/>
              <a:defRPr lang="en-US" sz="15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500" dirty="0">
                <a:solidFill>
                  <a:srgbClr val="5B6472"/>
                </a:solidFill>
                <a:latin typeface="Aptos" pitchFamily="34" charset="0"/>
                <a:ea typeface="Aptos" pitchFamily="34" charset="-122"/>
                <a:cs typeface="Aptos" pitchFamily="34" charset="-120"/>
              </a:rPr>
              <a:t>[Title, organisation]</a:t>
            </a:r>
            <a:endParaRPr lang="en-US" sz="1500" dirty="0"/>
          </a:p>
        </p:txBody>
      </p:sp>
      <p:sp>
        <p:nvSpPr>
          <p:cNvPr id="14" name="Person bio 3"/>
          <p:cNvSpPr>
            <a:spLocks noGrp="1"/>
          </p:cNvSpPr>
          <p:nvPr>
            <p:ph type="body" idx="112" hasCustomPrompt="1"/>
          </p:nvPr>
        </p:nvSpPr>
        <p:spPr>
          <a:xfrm>
            <a:off x="8098841" y="4983480"/>
            <a:ext cx="3458261" cy="914400"/>
          </a:xfrm>
          <a:prstGeom prst="rect">
            <a:avLst/>
          </a:prstGeom>
          <a:noFill/>
          <a:ln/>
        </p:spPr>
        <p:txBody>
          <a:bodyPr wrap="square" lIns="0" tIns="0" rIns="0" bIns="0" rtlCol="0" anchor="t"/>
          <a:lstStyle>
            <a:lvl1pPr marL="0" indent="0" algn="l">
              <a:lnSpc>
                <a:spcPct val="80000"/>
              </a:lnSpc>
              <a:buNone/>
              <a:defRPr lang="en-US" sz="14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060E1D"/>
                </a:solidFill>
                <a:latin typeface="Aptos" pitchFamily="34" charset="0"/>
                <a:ea typeface="Aptos" pitchFamily="34" charset="-122"/>
                <a:cs typeface="Aptos" pitchFamily="34" charset="-120"/>
              </a:rPr>
              <a:t>Short bio, 14pt</a:t>
            </a:r>
            <a:endParaRPr lang="en-US" sz="1400" dirty="0"/>
          </a:p>
        </p:txBody>
      </p:sp>
      <p:pic>
        <p:nvPicPr>
          <p:cNvPr id="15"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16"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7" name="Source"/>
          <p:cNvSpPr>
            <a:spLocks noGrp="1"/>
          </p:cNvSpPr>
          <p:nvPr>
            <p:ph type="body" idx="115"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People · four">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Portrait 1"/>
          <p:cNvSpPr>
            <a:spLocks noGrp="1"/>
          </p:cNvSpPr>
          <p:nvPr>
            <p:ph type="pic" idx="101" hasCustomPrompt="1"/>
          </p:nvPr>
        </p:nvSpPr>
        <p:spPr>
          <a:xfrm>
            <a:off x="634594" y="1691640"/>
            <a:ext cx="2593238" cy="237744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portrait</a:t>
            </a:r>
            <a:endParaRPr lang="en-US" sz="1600" dirty="0"/>
          </a:p>
        </p:txBody>
      </p:sp>
      <p:sp>
        <p:nvSpPr>
          <p:cNvPr id="4" name="Person name 1"/>
          <p:cNvSpPr>
            <a:spLocks noGrp="1"/>
          </p:cNvSpPr>
          <p:nvPr>
            <p:ph type="body" idx="102" hasCustomPrompt="1"/>
          </p:nvPr>
        </p:nvSpPr>
        <p:spPr>
          <a:xfrm>
            <a:off x="634594" y="4251960"/>
            <a:ext cx="2593238"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[Name Surname]</a:t>
            </a:r>
            <a:endParaRPr lang="en-US" sz="1800" dirty="0"/>
          </a:p>
        </p:txBody>
      </p:sp>
      <p:sp>
        <p:nvSpPr>
          <p:cNvPr id="5" name="Person role 1"/>
          <p:cNvSpPr>
            <a:spLocks noGrp="1"/>
          </p:cNvSpPr>
          <p:nvPr>
            <p:ph type="body" idx="103" hasCustomPrompt="1"/>
          </p:nvPr>
        </p:nvSpPr>
        <p:spPr>
          <a:xfrm>
            <a:off x="634594" y="4636008"/>
            <a:ext cx="2593238" cy="32004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[Title]</a:t>
            </a:r>
            <a:endParaRPr lang="en-US" sz="1400" dirty="0"/>
          </a:p>
        </p:txBody>
      </p:sp>
      <p:sp>
        <p:nvSpPr>
          <p:cNvPr id="6" name="Person bio 1"/>
          <p:cNvSpPr>
            <a:spLocks noGrp="1"/>
          </p:cNvSpPr>
          <p:nvPr>
            <p:ph type="body" idx="104" hasCustomPrompt="1"/>
          </p:nvPr>
        </p:nvSpPr>
        <p:spPr>
          <a:xfrm>
            <a:off x="634594" y="5029200"/>
            <a:ext cx="2593238" cy="868680"/>
          </a:xfrm>
          <a:prstGeom prst="rect">
            <a:avLst/>
          </a:prstGeom>
          <a:noFill/>
          <a:ln/>
        </p:spPr>
        <p:txBody>
          <a:bodyPr wrap="square" lIns="0" tIns="0" rIns="0" bIns="0" rtlCol="0" anchor="t"/>
          <a:lstStyle>
            <a:lvl1pPr marL="0" indent="0" algn="l">
              <a:lnSpc>
                <a:spcPct val="8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060E1D"/>
                </a:solidFill>
                <a:latin typeface="Aptos" pitchFamily="34" charset="0"/>
                <a:ea typeface="Aptos" pitchFamily="34" charset="-122"/>
                <a:cs typeface="Aptos" pitchFamily="34" charset="-120"/>
              </a:rPr>
              <a:t>Short bio</a:t>
            </a:r>
            <a:endParaRPr lang="en-US" sz="1300" dirty="0"/>
          </a:p>
        </p:txBody>
      </p:sp>
      <p:sp>
        <p:nvSpPr>
          <p:cNvPr id="7" name="Portrait 2"/>
          <p:cNvSpPr>
            <a:spLocks noGrp="1"/>
          </p:cNvSpPr>
          <p:nvPr>
            <p:ph type="pic" idx="105" hasCustomPrompt="1"/>
          </p:nvPr>
        </p:nvSpPr>
        <p:spPr>
          <a:xfrm>
            <a:off x="3410712" y="1691640"/>
            <a:ext cx="2593238" cy="237744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portrait</a:t>
            </a:r>
            <a:endParaRPr lang="en-US" sz="1600" dirty="0"/>
          </a:p>
        </p:txBody>
      </p:sp>
      <p:sp>
        <p:nvSpPr>
          <p:cNvPr id="8" name="Person name 2"/>
          <p:cNvSpPr>
            <a:spLocks noGrp="1"/>
          </p:cNvSpPr>
          <p:nvPr>
            <p:ph type="body" idx="106" hasCustomPrompt="1"/>
          </p:nvPr>
        </p:nvSpPr>
        <p:spPr>
          <a:xfrm>
            <a:off x="3410712" y="4251960"/>
            <a:ext cx="2593238"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[Name Surname]</a:t>
            </a:r>
            <a:endParaRPr lang="en-US" sz="1800" dirty="0"/>
          </a:p>
        </p:txBody>
      </p:sp>
      <p:sp>
        <p:nvSpPr>
          <p:cNvPr id="9" name="Person role 2"/>
          <p:cNvSpPr>
            <a:spLocks noGrp="1"/>
          </p:cNvSpPr>
          <p:nvPr>
            <p:ph type="body" idx="107" hasCustomPrompt="1"/>
          </p:nvPr>
        </p:nvSpPr>
        <p:spPr>
          <a:xfrm>
            <a:off x="3410712" y="4636008"/>
            <a:ext cx="2593238" cy="32004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[Title]</a:t>
            </a:r>
            <a:endParaRPr lang="en-US" sz="1400" dirty="0"/>
          </a:p>
        </p:txBody>
      </p:sp>
      <p:sp>
        <p:nvSpPr>
          <p:cNvPr id="10" name="Person bio 2"/>
          <p:cNvSpPr>
            <a:spLocks noGrp="1"/>
          </p:cNvSpPr>
          <p:nvPr>
            <p:ph type="body" idx="108" hasCustomPrompt="1"/>
          </p:nvPr>
        </p:nvSpPr>
        <p:spPr>
          <a:xfrm>
            <a:off x="3410712" y="5029200"/>
            <a:ext cx="2593238" cy="868680"/>
          </a:xfrm>
          <a:prstGeom prst="rect">
            <a:avLst/>
          </a:prstGeom>
          <a:noFill/>
          <a:ln/>
        </p:spPr>
        <p:txBody>
          <a:bodyPr wrap="square" lIns="0" tIns="0" rIns="0" bIns="0" rtlCol="0" anchor="t"/>
          <a:lstStyle>
            <a:lvl1pPr marL="0" indent="0" algn="l">
              <a:lnSpc>
                <a:spcPct val="8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060E1D"/>
                </a:solidFill>
                <a:latin typeface="Aptos" pitchFamily="34" charset="0"/>
                <a:ea typeface="Aptos" pitchFamily="34" charset="-122"/>
                <a:cs typeface="Aptos" pitchFamily="34" charset="-120"/>
              </a:rPr>
              <a:t>Short bio</a:t>
            </a:r>
            <a:endParaRPr lang="en-US" sz="1300" dirty="0"/>
          </a:p>
        </p:txBody>
      </p:sp>
      <p:sp>
        <p:nvSpPr>
          <p:cNvPr id="11" name="Portrait 3"/>
          <p:cNvSpPr>
            <a:spLocks noGrp="1"/>
          </p:cNvSpPr>
          <p:nvPr>
            <p:ph type="pic" idx="109" hasCustomPrompt="1"/>
          </p:nvPr>
        </p:nvSpPr>
        <p:spPr>
          <a:xfrm>
            <a:off x="6186830" y="1691640"/>
            <a:ext cx="2593238" cy="237744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portrait</a:t>
            </a:r>
            <a:endParaRPr lang="en-US" sz="1600" dirty="0"/>
          </a:p>
        </p:txBody>
      </p:sp>
      <p:sp>
        <p:nvSpPr>
          <p:cNvPr id="12" name="Person name 3"/>
          <p:cNvSpPr>
            <a:spLocks noGrp="1"/>
          </p:cNvSpPr>
          <p:nvPr>
            <p:ph type="body" idx="110" hasCustomPrompt="1"/>
          </p:nvPr>
        </p:nvSpPr>
        <p:spPr>
          <a:xfrm>
            <a:off x="6186830" y="4251960"/>
            <a:ext cx="2593238"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[Name Surname]</a:t>
            </a:r>
            <a:endParaRPr lang="en-US" sz="1800" dirty="0"/>
          </a:p>
        </p:txBody>
      </p:sp>
      <p:sp>
        <p:nvSpPr>
          <p:cNvPr id="13" name="Person role 3"/>
          <p:cNvSpPr>
            <a:spLocks noGrp="1"/>
          </p:cNvSpPr>
          <p:nvPr>
            <p:ph type="body" idx="111" hasCustomPrompt="1"/>
          </p:nvPr>
        </p:nvSpPr>
        <p:spPr>
          <a:xfrm>
            <a:off x="6186830" y="4636008"/>
            <a:ext cx="2593238" cy="32004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[Title]</a:t>
            </a:r>
            <a:endParaRPr lang="en-US" sz="1400" dirty="0"/>
          </a:p>
        </p:txBody>
      </p:sp>
      <p:sp>
        <p:nvSpPr>
          <p:cNvPr id="14" name="Person bio 3"/>
          <p:cNvSpPr>
            <a:spLocks noGrp="1"/>
          </p:cNvSpPr>
          <p:nvPr>
            <p:ph type="body" idx="112" hasCustomPrompt="1"/>
          </p:nvPr>
        </p:nvSpPr>
        <p:spPr>
          <a:xfrm>
            <a:off x="6186830" y="5029200"/>
            <a:ext cx="2593238" cy="868680"/>
          </a:xfrm>
          <a:prstGeom prst="rect">
            <a:avLst/>
          </a:prstGeom>
          <a:noFill/>
          <a:ln/>
        </p:spPr>
        <p:txBody>
          <a:bodyPr wrap="square" lIns="0" tIns="0" rIns="0" bIns="0" rtlCol="0" anchor="t"/>
          <a:lstStyle>
            <a:lvl1pPr marL="0" indent="0" algn="l">
              <a:lnSpc>
                <a:spcPct val="8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060E1D"/>
                </a:solidFill>
                <a:latin typeface="Aptos" pitchFamily="34" charset="0"/>
                <a:ea typeface="Aptos" pitchFamily="34" charset="-122"/>
                <a:cs typeface="Aptos" pitchFamily="34" charset="-120"/>
              </a:rPr>
              <a:t>Short bio</a:t>
            </a:r>
            <a:endParaRPr lang="en-US" sz="1300" dirty="0"/>
          </a:p>
        </p:txBody>
      </p:sp>
      <p:sp>
        <p:nvSpPr>
          <p:cNvPr id="15" name="Portrait 4"/>
          <p:cNvSpPr>
            <a:spLocks noGrp="1"/>
          </p:cNvSpPr>
          <p:nvPr>
            <p:ph type="pic" idx="113" hasCustomPrompt="1"/>
          </p:nvPr>
        </p:nvSpPr>
        <p:spPr>
          <a:xfrm>
            <a:off x="8963863" y="1691640"/>
            <a:ext cx="2593238" cy="237744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portrait</a:t>
            </a:r>
            <a:endParaRPr lang="en-US" sz="1600" dirty="0"/>
          </a:p>
        </p:txBody>
      </p:sp>
      <p:sp>
        <p:nvSpPr>
          <p:cNvPr id="16" name="Person name 4"/>
          <p:cNvSpPr>
            <a:spLocks noGrp="1"/>
          </p:cNvSpPr>
          <p:nvPr>
            <p:ph type="body" idx="114" hasCustomPrompt="1"/>
          </p:nvPr>
        </p:nvSpPr>
        <p:spPr>
          <a:xfrm>
            <a:off x="8963863" y="4251960"/>
            <a:ext cx="2593238"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[Name Surname]</a:t>
            </a:r>
            <a:endParaRPr lang="en-US" sz="1800" dirty="0"/>
          </a:p>
        </p:txBody>
      </p:sp>
      <p:sp>
        <p:nvSpPr>
          <p:cNvPr id="17" name="Person role 4"/>
          <p:cNvSpPr>
            <a:spLocks noGrp="1"/>
          </p:cNvSpPr>
          <p:nvPr>
            <p:ph type="body" idx="115" hasCustomPrompt="1"/>
          </p:nvPr>
        </p:nvSpPr>
        <p:spPr>
          <a:xfrm>
            <a:off x="8963863" y="4636008"/>
            <a:ext cx="2593238" cy="32004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[Title]</a:t>
            </a:r>
            <a:endParaRPr lang="en-US" sz="1400" dirty="0"/>
          </a:p>
        </p:txBody>
      </p:sp>
      <p:sp>
        <p:nvSpPr>
          <p:cNvPr id="18" name="Person bio 4"/>
          <p:cNvSpPr>
            <a:spLocks noGrp="1"/>
          </p:cNvSpPr>
          <p:nvPr>
            <p:ph type="body" idx="116" hasCustomPrompt="1"/>
          </p:nvPr>
        </p:nvSpPr>
        <p:spPr>
          <a:xfrm>
            <a:off x="8963863" y="5029200"/>
            <a:ext cx="2593238" cy="868680"/>
          </a:xfrm>
          <a:prstGeom prst="rect">
            <a:avLst/>
          </a:prstGeom>
          <a:noFill/>
          <a:ln/>
        </p:spPr>
        <p:txBody>
          <a:bodyPr wrap="square" lIns="0" tIns="0" rIns="0" bIns="0" rtlCol="0" anchor="t"/>
          <a:lstStyle>
            <a:lvl1pPr marL="0" indent="0" algn="l">
              <a:lnSpc>
                <a:spcPct val="8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060E1D"/>
                </a:solidFill>
                <a:latin typeface="Aptos" pitchFamily="34" charset="0"/>
                <a:ea typeface="Aptos" pitchFamily="34" charset="-122"/>
                <a:cs typeface="Aptos" pitchFamily="34" charset="-120"/>
              </a:rPr>
              <a:t>Short bio</a:t>
            </a:r>
            <a:endParaRPr lang="en-US" sz="1300" dirty="0"/>
          </a:p>
        </p:txBody>
      </p:sp>
      <p:pic>
        <p:nvPicPr>
          <p:cNvPr id="19"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20"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21" name="Source"/>
          <p:cNvSpPr>
            <a:spLocks noGrp="1"/>
          </p:cNvSpPr>
          <p:nvPr>
            <p:ph type="body" idx="119"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People · six round">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Portrait 1"/>
          <p:cNvSpPr>
            <a:spLocks noGrp="1"/>
          </p:cNvSpPr>
          <p:nvPr>
            <p:ph type="pic" idx="101" hasCustomPrompt="1"/>
          </p:nvPr>
        </p:nvSpPr>
        <p:spPr>
          <a:xfrm>
            <a:off x="634594" y="1691640"/>
            <a:ext cx="1188720" cy="1188720"/>
          </a:xfrm>
          <a:prstGeom prst="ellipse">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a:t>
            </a:r>
            <a:endParaRPr lang="en-US" sz="1600" dirty="0"/>
          </a:p>
        </p:txBody>
      </p:sp>
      <p:sp>
        <p:nvSpPr>
          <p:cNvPr id="4" name="Person name 1"/>
          <p:cNvSpPr>
            <a:spLocks noGrp="1"/>
          </p:cNvSpPr>
          <p:nvPr>
            <p:ph type="body" idx="102" hasCustomPrompt="1"/>
          </p:nvPr>
        </p:nvSpPr>
        <p:spPr>
          <a:xfrm>
            <a:off x="2006194" y="1783080"/>
            <a:ext cx="2086661"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[Name Surname]</a:t>
            </a:r>
            <a:endParaRPr lang="en-US" sz="1800" dirty="0"/>
          </a:p>
        </p:txBody>
      </p:sp>
      <p:sp>
        <p:nvSpPr>
          <p:cNvPr id="5" name="Person role 1"/>
          <p:cNvSpPr>
            <a:spLocks noGrp="1"/>
          </p:cNvSpPr>
          <p:nvPr>
            <p:ph type="body" idx="103" hasCustomPrompt="1"/>
          </p:nvPr>
        </p:nvSpPr>
        <p:spPr>
          <a:xfrm>
            <a:off x="2006194" y="2167128"/>
            <a:ext cx="2086661" cy="32004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[Title]</a:t>
            </a:r>
            <a:endParaRPr lang="en-US" sz="1400" dirty="0"/>
          </a:p>
        </p:txBody>
      </p:sp>
      <p:sp>
        <p:nvSpPr>
          <p:cNvPr id="6" name="Person bio 1"/>
          <p:cNvSpPr>
            <a:spLocks noGrp="1"/>
          </p:cNvSpPr>
          <p:nvPr>
            <p:ph type="body" idx="104" hasCustomPrompt="1"/>
          </p:nvPr>
        </p:nvSpPr>
        <p:spPr>
          <a:xfrm>
            <a:off x="2006194" y="2560320"/>
            <a:ext cx="2086661" cy="1051560"/>
          </a:xfrm>
          <a:prstGeom prst="rect">
            <a:avLst/>
          </a:prstGeom>
          <a:noFill/>
          <a:ln/>
        </p:spPr>
        <p:txBody>
          <a:bodyPr wrap="square" lIns="0" tIns="0" rIns="0" bIns="0" rtlCol="0" anchor="t"/>
          <a:lstStyle>
            <a:lvl1pPr marL="0" indent="0" algn="l">
              <a:lnSpc>
                <a:spcPct val="8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060E1D"/>
                </a:solidFill>
                <a:latin typeface="Aptos" pitchFamily="34" charset="0"/>
                <a:ea typeface="Aptos" pitchFamily="34" charset="-122"/>
                <a:cs typeface="Aptos" pitchFamily="34" charset="-120"/>
              </a:rPr>
              <a:t>Short bio, 13pt</a:t>
            </a:r>
            <a:endParaRPr lang="en-US" sz="1300" dirty="0"/>
          </a:p>
        </p:txBody>
      </p:sp>
      <p:sp>
        <p:nvSpPr>
          <p:cNvPr id="7" name="Portrait 2"/>
          <p:cNvSpPr>
            <a:spLocks noGrp="1"/>
          </p:cNvSpPr>
          <p:nvPr>
            <p:ph type="pic" idx="105" hasCustomPrompt="1"/>
          </p:nvPr>
        </p:nvSpPr>
        <p:spPr>
          <a:xfrm>
            <a:off x="4367174" y="1691640"/>
            <a:ext cx="1188720" cy="1188720"/>
          </a:xfrm>
          <a:prstGeom prst="ellipse">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a:t>
            </a:r>
            <a:endParaRPr lang="en-US" sz="1600" dirty="0"/>
          </a:p>
        </p:txBody>
      </p:sp>
      <p:sp>
        <p:nvSpPr>
          <p:cNvPr id="8" name="Person name 2"/>
          <p:cNvSpPr>
            <a:spLocks noGrp="1"/>
          </p:cNvSpPr>
          <p:nvPr>
            <p:ph type="body" idx="106" hasCustomPrompt="1"/>
          </p:nvPr>
        </p:nvSpPr>
        <p:spPr>
          <a:xfrm>
            <a:off x="5738774" y="1783080"/>
            <a:ext cx="2086661"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[Name Surname]</a:t>
            </a:r>
            <a:endParaRPr lang="en-US" sz="1800" dirty="0"/>
          </a:p>
        </p:txBody>
      </p:sp>
      <p:sp>
        <p:nvSpPr>
          <p:cNvPr id="9" name="Person role 2"/>
          <p:cNvSpPr>
            <a:spLocks noGrp="1"/>
          </p:cNvSpPr>
          <p:nvPr>
            <p:ph type="body" idx="107" hasCustomPrompt="1"/>
          </p:nvPr>
        </p:nvSpPr>
        <p:spPr>
          <a:xfrm>
            <a:off x="5738774" y="2167128"/>
            <a:ext cx="2086661" cy="32004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[Title]</a:t>
            </a:r>
            <a:endParaRPr lang="en-US" sz="1400" dirty="0"/>
          </a:p>
        </p:txBody>
      </p:sp>
      <p:sp>
        <p:nvSpPr>
          <p:cNvPr id="10" name="Person bio 2"/>
          <p:cNvSpPr>
            <a:spLocks noGrp="1"/>
          </p:cNvSpPr>
          <p:nvPr>
            <p:ph type="body" idx="108" hasCustomPrompt="1"/>
          </p:nvPr>
        </p:nvSpPr>
        <p:spPr>
          <a:xfrm>
            <a:off x="5738774" y="2560320"/>
            <a:ext cx="2086661" cy="1051560"/>
          </a:xfrm>
          <a:prstGeom prst="rect">
            <a:avLst/>
          </a:prstGeom>
          <a:noFill/>
          <a:ln/>
        </p:spPr>
        <p:txBody>
          <a:bodyPr wrap="square" lIns="0" tIns="0" rIns="0" bIns="0" rtlCol="0" anchor="t"/>
          <a:lstStyle>
            <a:lvl1pPr marL="0" indent="0" algn="l">
              <a:lnSpc>
                <a:spcPct val="8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060E1D"/>
                </a:solidFill>
                <a:latin typeface="Aptos" pitchFamily="34" charset="0"/>
                <a:ea typeface="Aptos" pitchFamily="34" charset="-122"/>
                <a:cs typeface="Aptos" pitchFamily="34" charset="-120"/>
              </a:rPr>
              <a:t>Short bio, 13pt</a:t>
            </a:r>
            <a:endParaRPr lang="en-US" sz="1300" dirty="0"/>
          </a:p>
        </p:txBody>
      </p:sp>
      <p:sp>
        <p:nvSpPr>
          <p:cNvPr id="11" name="Portrait 3"/>
          <p:cNvSpPr>
            <a:spLocks noGrp="1"/>
          </p:cNvSpPr>
          <p:nvPr>
            <p:ph type="pic" idx="109" hasCustomPrompt="1"/>
          </p:nvPr>
        </p:nvSpPr>
        <p:spPr>
          <a:xfrm>
            <a:off x="8098841" y="1691640"/>
            <a:ext cx="1188720" cy="1188720"/>
          </a:xfrm>
          <a:prstGeom prst="ellipse">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a:t>
            </a:r>
            <a:endParaRPr lang="en-US" sz="1600" dirty="0"/>
          </a:p>
        </p:txBody>
      </p:sp>
      <p:sp>
        <p:nvSpPr>
          <p:cNvPr id="12" name="Person name 3"/>
          <p:cNvSpPr>
            <a:spLocks noGrp="1"/>
          </p:cNvSpPr>
          <p:nvPr>
            <p:ph type="body" idx="110" hasCustomPrompt="1"/>
          </p:nvPr>
        </p:nvSpPr>
        <p:spPr>
          <a:xfrm>
            <a:off x="9470441" y="1783080"/>
            <a:ext cx="2086661"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[Name Surname]</a:t>
            </a:r>
            <a:endParaRPr lang="en-US" sz="1800" dirty="0"/>
          </a:p>
        </p:txBody>
      </p:sp>
      <p:sp>
        <p:nvSpPr>
          <p:cNvPr id="13" name="Person role 3"/>
          <p:cNvSpPr>
            <a:spLocks noGrp="1"/>
          </p:cNvSpPr>
          <p:nvPr>
            <p:ph type="body" idx="111" hasCustomPrompt="1"/>
          </p:nvPr>
        </p:nvSpPr>
        <p:spPr>
          <a:xfrm>
            <a:off x="9470441" y="2167128"/>
            <a:ext cx="2086661" cy="32004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[Title]</a:t>
            </a:r>
            <a:endParaRPr lang="en-US" sz="1400" dirty="0"/>
          </a:p>
        </p:txBody>
      </p:sp>
      <p:sp>
        <p:nvSpPr>
          <p:cNvPr id="14" name="Person bio 3"/>
          <p:cNvSpPr>
            <a:spLocks noGrp="1"/>
          </p:cNvSpPr>
          <p:nvPr>
            <p:ph type="body" idx="112" hasCustomPrompt="1"/>
          </p:nvPr>
        </p:nvSpPr>
        <p:spPr>
          <a:xfrm>
            <a:off x="9470441" y="2560320"/>
            <a:ext cx="2086661" cy="1051560"/>
          </a:xfrm>
          <a:prstGeom prst="rect">
            <a:avLst/>
          </a:prstGeom>
          <a:noFill/>
          <a:ln/>
        </p:spPr>
        <p:txBody>
          <a:bodyPr wrap="square" lIns="0" tIns="0" rIns="0" bIns="0" rtlCol="0" anchor="t"/>
          <a:lstStyle>
            <a:lvl1pPr marL="0" indent="0" algn="l">
              <a:lnSpc>
                <a:spcPct val="8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060E1D"/>
                </a:solidFill>
                <a:latin typeface="Aptos" pitchFamily="34" charset="0"/>
                <a:ea typeface="Aptos" pitchFamily="34" charset="-122"/>
                <a:cs typeface="Aptos" pitchFamily="34" charset="-120"/>
              </a:rPr>
              <a:t>Short bio, 13pt</a:t>
            </a:r>
            <a:endParaRPr lang="en-US" sz="1300" dirty="0"/>
          </a:p>
        </p:txBody>
      </p:sp>
      <p:sp>
        <p:nvSpPr>
          <p:cNvPr id="15" name="Portrait 4"/>
          <p:cNvSpPr>
            <a:spLocks noGrp="1"/>
          </p:cNvSpPr>
          <p:nvPr>
            <p:ph type="pic" idx="113" hasCustomPrompt="1"/>
          </p:nvPr>
        </p:nvSpPr>
        <p:spPr>
          <a:xfrm>
            <a:off x="634594" y="3840480"/>
            <a:ext cx="1188720" cy="1188720"/>
          </a:xfrm>
          <a:prstGeom prst="ellipse">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a:t>
            </a:r>
            <a:endParaRPr lang="en-US" sz="1600" dirty="0"/>
          </a:p>
        </p:txBody>
      </p:sp>
      <p:sp>
        <p:nvSpPr>
          <p:cNvPr id="16" name="Person name 4"/>
          <p:cNvSpPr>
            <a:spLocks noGrp="1"/>
          </p:cNvSpPr>
          <p:nvPr>
            <p:ph type="body" idx="114" hasCustomPrompt="1"/>
          </p:nvPr>
        </p:nvSpPr>
        <p:spPr>
          <a:xfrm>
            <a:off x="2006194" y="3931920"/>
            <a:ext cx="2086661"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[Name Surname]</a:t>
            </a:r>
            <a:endParaRPr lang="en-US" sz="1800" dirty="0"/>
          </a:p>
        </p:txBody>
      </p:sp>
      <p:sp>
        <p:nvSpPr>
          <p:cNvPr id="17" name="Person role 4"/>
          <p:cNvSpPr>
            <a:spLocks noGrp="1"/>
          </p:cNvSpPr>
          <p:nvPr>
            <p:ph type="body" idx="115" hasCustomPrompt="1"/>
          </p:nvPr>
        </p:nvSpPr>
        <p:spPr>
          <a:xfrm>
            <a:off x="2006194" y="4315968"/>
            <a:ext cx="2086661" cy="32004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[Title]</a:t>
            </a:r>
            <a:endParaRPr lang="en-US" sz="1400" dirty="0"/>
          </a:p>
        </p:txBody>
      </p:sp>
      <p:sp>
        <p:nvSpPr>
          <p:cNvPr id="18" name="Person bio 4"/>
          <p:cNvSpPr>
            <a:spLocks noGrp="1"/>
          </p:cNvSpPr>
          <p:nvPr>
            <p:ph type="body" idx="116" hasCustomPrompt="1"/>
          </p:nvPr>
        </p:nvSpPr>
        <p:spPr>
          <a:xfrm>
            <a:off x="2006194" y="4709160"/>
            <a:ext cx="2086661" cy="1051560"/>
          </a:xfrm>
          <a:prstGeom prst="rect">
            <a:avLst/>
          </a:prstGeom>
          <a:noFill/>
          <a:ln/>
        </p:spPr>
        <p:txBody>
          <a:bodyPr wrap="square" lIns="0" tIns="0" rIns="0" bIns="0" rtlCol="0" anchor="t"/>
          <a:lstStyle>
            <a:lvl1pPr marL="0" indent="0" algn="l">
              <a:lnSpc>
                <a:spcPct val="8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060E1D"/>
                </a:solidFill>
                <a:latin typeface="Aptos" pitchFamily="34" charset="0"/>
                <a:ea typeface="Aptos" pitchFamily="34" charset="-122"/>
                <a:cs typeface="Aptos" pitchFamily="34" charset="-120"/>
              </a:rPr>
              <a:t>Short bio, 13pt</a:t>
            </a:r>
            <a:endParaRPr lang="en-US" sz="1300" dirty="0"/>
          </a:p>
        </p:txBody>
      </p:sp>
      <p:sp>
        <p:nvSpPr>
          <p:cNvPr id="19" name="Portrait 5"/>
          <p:cNvSpPr>
            <a:spLocks noGrp="1"/>
          </p:cNvSpPr>
          <p:nvPr>
            <p:ph type="pic" idx="117" hasCustomPrompt="1"/>
          </p:nvPr>
        </p:nvSpPr>
        <p:spPr>
          <a:xfrm>
            <a:off x="4367174" y="3840480"/>
            <a:ext cx="1188720" cy="1188720"/>
          </a:xfrm>
          <a:prstGeom prst="ellipse">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a:t>
            </a:r>
            <a:endParaRPr lang="en-US" sz="1600" dirty="0"/>
          </a:p>
        </p:txBody>
      </p:sp>
      <p:sp>
        <p:nvSpPr>
          <p:cNvPr id="20" name="Person name 5"/>
          <p:cNvSpPr>
            <a:spLocks noGrp="1"/>
          </p:cNvSpPr>
          <p:nvPr>
            <p:ph type="body" idx="118" hasCustomPrompt="1"/>
          </p:nvPr>
        </p:nvSpPr>
        <p:spPr>
          <a:xfrm>
            <a:off x="5738774" y="3931920"/>
            <a:ext cx="2086661"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[Name Surname]</a:t>
            </a:r>
            <a:endParaRPr lang="en-US" sz="1800" dirty="0"/>
          </a:p>
        </p:txBody>
      </p:sp>
      <p:sp>
        <p:nvSpPr>
          <p:cNvPr id="21" name="Person role 5"/>
          <p:cNvSpPr>
            <a:spLocks noGrp="1"/>
          </p:cNvSpPr>
          <p:nvPr>
            <p:ph type="body" idx="119" hasCustomPrompt="1"/>
          </p:nvPr>
        </p:nvSpPr>
        <p:spPr>
          <a:xfrm>
            <a:off x="5738774" y="4315968"/>
            <a:ext cx="2086661" cy="32004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[Title]</a:t>
            </a:r>
            <a:endParaRPr lang="en-US" sz="1400" dirty="0"/>
          </a:p>
        </p:txBody>
      </p:sp>
      <p:sp>
        <p:nvSpPr>
          <p:cNvPr id="22" name="Person bio 5"/>
          <p:cNvSpPr>
            <a:spLocks noGrp="1"/>
          </p:cNvSpPr>
          <p:nvPr>
            <p:ph type="body" idx="120" hasCustomPrompt="1"/>
          </p:nvPr>
        </p:nvSpPr>
        <p:spPr>
          <a:xfrm>
            <a:off x="5738774" y="4709160"/>
            <a:ext cx="2086661" cy="1051560"/>
          </a:xfrm>
          <a:prstGeom prst="rect">
            <a:avLst/>
          </a:prstGeom>
          <a:noFill/>
          <a:ln/>
        </p:spPr>
        <p:txBody>
          <a:bodyPr wrap="square" lIns="0" tIns="0" rIns="0" bIns="0" rtlCol="0" anchor="t"/>
          <a:lstStyle>
            <a:lvl1pPr marL="0" indent="0" algn="l">
              <a:lnSpc>
                <a:spcPct val="8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060E1D"/>
                </a:solidFill>
                <a:latin typeface="Aptos" pitchFamily="34" charset="0"/>
                <a:ea typeface="Aptos" pitchFamily="34" charset="-122"/>
                <a:cs typeface="Aptos" pitchFamily="34" charset="-120"/>
              </a:rPr>
              <a:t>Short bio, 13pt</a:t>
            </a:r>
            <a:endParaRPr lang="en-US" sz="1300" dirty="0"/>
          </a:p>
        </p:txBody>
      </p:sp>
      <p:sp>
        <p:nvSpPr>
          <p:cNvPr id="23" name="Portrait 6"/>
          <p:cNvSpPr>
            <a:spLocks noGrp="1"/>
          </p:cNvSpPr>
          <p:nvPr>
            <p:ph type="pic" idx="121" hasCustomPrompt="1"/>
          </p:nvPr>
        </p:nvSpPr>
        <p:spPr>
          <a:xfrm>
            <a:off x="8098841" y="3840480"/>
            <a:ext cx="1188720" cy="1188720"/>
          </a:xfrm>
          <a:prstGeom prst="ellipse">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a:t>
            </a:r>
            <a:endParaRPr lang="en-US" sz="1600" dirty="0"/>
          </a:p>
        </p:txBody>
      </p:sp>
      <p:sp>
        <p:nvSpPr>
          <p:cNvPr id="24" name="Person name 6"/>
          <p:cNvSpPr>
            <a:spLocks noGrp="1"/>
          </p:cNvSpPr>
          <p:nvPr>
            <p:ph type="body" idx="122" hasCustomPrompt="1"/>
          </p:nvPr>
        </p:nvSpPr>
        <p:spPr>
          <a:xfrm>
            <a:off x="9470441" y="3931920"/>
            <a:ext cx="2086661"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[Name Surname]</a:t>
            </a:r>
            <a:endParaRPr lang="en-US" sz="1800" dirty="0"/>
          </a:p>
        </p:txBody>
      </p:sp>
      <p:sp>
        <p:nvSpPr>
          <p:cNvPr id="25" name="Person role 6"/>
          <p:cNvSpPr>
            <a:spLocks noGrp="1"/>
          </p:cNvSpPr>
          <p:nvPr>
            <p:ph type="body" idx="123" hasCustomPrompt="1"/>
          </p:nvPr>
        </p:nvSpPr>
        <p:spPr>
          <a:xfrm>
            <a:off x="9470441" y="4315968"/>
            <a:ext cx="2086661" cy="32004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[Title]</a:t>
            </a:r>
            <a:endParaRPr lang="en-US" sz="1400" dirty="0"/>
          </a:p>
        </p:txBody>
      </p:sp>
      <p:sp>
        <p:nvSpPr>
          <p:cNvPr id="26" name="Person bio 6"/>
          <p:cNvSpPr>
            <a:spLocks noGrp="1"/>
          </p:cNvSpPr>
          <p:nvPr>
            <p:ph type="body" idx="124" hasCustomPrompt="1"/>
          </p:nvPr>
        </p:nvSpPr>
        <p:spPr>
          <a:xfrm>
            <a:off x="9470441" y="4709160"/>
            <a:ext cx="2086661" cy="1051560"/>
          </a:xfrm>
          <a:prstGeom prst="rect">
            <a:avLst/>
          </a:prstGeom>
          <a:noFill/>
          <a:ln/>
        </p:spPr>
        <p:txBody>
          <a:bodyPr wrap="square" lIns="0" tIns="0" rIns="0" bIns="0" rtlCol="0" anchor="t"/>
          <a:lstStyle>
            <a:lvl1pPr marL="0" indent="0" algn="l">
              <a:lnSpc>
                <a:spcPct val="80000"/>
              </a:lnSpc>
              <a:buNone/>
              <a:defRPr lang="en-US" sz="13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060E1D"/>
                </a:solidFill>
                <a:latin typeface="Aptos" pitchFamily="34" charset="0"/>
                <a:ea typeface="Aptos" pitchFamily="34" charset="-122"/>
                <a:cs typeface="Aptos" pitchFamily="34" charset="-120"/>
              </a:rPr>
              <a:t>Short bio, 13pt</a:t>
            </a:r>
            <a:endParaRPr lang="en-US" sz="1300" dirty="0"/>
          </a:p>
        </p:txBody>
      </p:sp>
      <p:pic>
        <p:nvPicPr>
          <p:cNvPr id="27"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28"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29" name="Source"/>
          <p:cNvSpPr>
            <a:spLocks noGrp="1"/>
          </p:cNvSpPr>
          <p:nvPr>
            <p:ph type="body" idx="127"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30"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People · eight compact">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Portrait 1"/>
          <p:cNvSpPr>
            <a:spLocks noGrp="1"/>
          </p:cNvSpPr>
          <p:nvPr>
            <p:ph type="pic" idx="101" hasCustomPrompt="1"/>
          </p:nvPr>
        </p:nvSpPr>
        <p:spPr>
          <a:xfrm>
            <a:off x="634594" y="1691640"/>
            <a:ext cx="1051560" cy="105156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a:t>
            </a:r>
            <a:endParaRPr lang="en-US" sz="1600" dirty="0"/>
          </a:p>
        </p:txBody>
      </p:sp>
      <p:sp>
        <p:nvSpPr>
          <p:cNvPr id="4" name="Person name 1"/>
          <p:cNvSpPr>
            <a:spLocks noGrp="1"/>
          </p:cNvSpPr>
          <p:nvPr>
            <p:ph type="body" idx="102" hasCustomPrompt="1"/>
          </p:nvPr>
        </p:nvSpPr>
        <p:spPr>
          <a:xfrm>
            <a:off x="1823314" y="1783080"/>
            <a:ext cx="1404518" cy="502920"/>
          </a:xfrm>
          <a:prstGeom prst="rect">
            <a:avLst/>
          </a:prstGeom>
          <a:noFill/>
          <a:ln/>
        </p:spPr>
        <p:txBody>
          <a:bodyPr wrap="square" lIns="0" tIns="0" rIns="0" bIns="0" rtlCol="0" anchor="t"/>
          <a:lstStyle>
            <a:lvl1pPr marL="0" indent="0" algn="l">
              <a:lnSpc>
                <a:spcPct val="80000"/>
              </a:lnSpc>
              <a:buNone/>
              <a:defRPr lang="en-US" sz="14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400" dirty="0">
                <a:solidFill>
                  <a:srgbClr val="060E1D"/>
                </a:solidFill>
                <a:latin typeface="Aptos SemiBold" pitchFamily="34" charset="0"/>
                <a:ea typeface="Aptos SemiBold" pitchFamily="34" charset="-122"/>
                <a:cs typeface="Aptos SemiBold" pitchFamily="34" charset="-120"/>
              </a:rPr>
              <a:t>[Name Surname]</a:t>
            </a:r>
            <a:endParaRPr lang="en-US" sz="1400" dirty="0"/>
          </a:p>
        </p:txBody>
      </p:sp>
      <p:sp>
        <p:nvSpPr>
          <p:cNvPr id="5" name="Person role 1"/>
          <p:cNvSpPr>
            <a:spLocks noGrp="1"/>
          </p:cNvSpPr>
          <p:nvPr>
            <p:ph type="body" idx="103" hasCustomPrompt="1"/>
          </p:nvPr>
        </p:nvSpPr>
        <p:spPr>
          <a:xfrm>
            <a:off x="1823314" y="2313432"/>
            <a:ext cx="1404518" cy="411480"/>
          </a:xfrm>
          <a:prstGeom prst="rect">
            <a:avLst/>
          </a:prstGeom>
          <a:noFill/>
          <a:ln/>
        </p:spPr>
        <p:txBody>
          <a:bodyPr wrap="square" lIns="0" tIns="0" rIns="0" bIns="0" rtlCol="0" anchor="t"/>
          <a:lstStyle>
            <a:lvl1pPr marL="0" indent="0" algn="l">
              <a:lnSpc>
                <a:spcPct val="80000"/>
              </a:lnSpc>
              <a:buNone/>
              <a:defRPr lang="en-US" sz="13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5B6472"/>
                </a:solidFill>
                <a:latin typeface="Aptos" pitchFamily="34" charset="0"/>
                <a:ea typeface="Aptos" pitchFamily="34" charset="-122"/>
                <a:cs typeface="Aptos" pitchFamily="34" charset="-120"/>
              </a:rPr>
              <a:t>[Title]</a:t>
            </a:r>
            <a:endParaRPr lang="en-US" sz="1300" dirty="0"/>
          </a:p>
        </p:txBody>
      </p:sp>
      <p:sp>
        <p:nvSpPr>
          <p:cNvPr id="6" name="Portrait 2"/>
          <p:cNvSpPr>
            <a:spLocks noGrp="1"/>
          </p:cNvSpPr>
          <p:nvPr>
            <p:ph type="pic" idx="104" hasCustomPrompt="1"/>
          </p:nvPr>
        </p:nvSpPr>
        <p:spPr>
          <a:xfrm>
            <a:off x="3410712" y="1691640"/>
            <a:ext cx="1051560" cy="105156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a:t>
            </a:r>
            <a:endParaRPr lang="en-US" sz="1600" dirty="0"/>
          </a:p>
        </p:txBody>
      </p:sp>
      <p:sp>
        <p:nvSpPr>
          <p:cNvPr id="7" name="Person name 2"/>
          <p:cNvSpPr>
            <a:spLocks noGrp="1"/>
          </p:cNvSpPr>
          <p:nvPr>
            <p:ph type="body" idx="105" hasCustomPrompt="1"/>
          </p:nvPr>
        </p:nvSpPr>
        <p:spPr>
          <a:xfrm>
            <a:off x="4599432" y="1783080"/>
            <a:ext cx="1404518" cy="502920"/>
          </a:xfrm>
          <a:prstGeom prst="rect">
            <a:avLst/>
          </a:prstGeom>
          <a:noFill/>
          <a:ln/>
        </p:spPr>
        <p:txBody>
          <a:bodyPr wrap="square" lIns="0" tIns="0" rIns="0" bIns="0" rtlCol="0" anchor="t"/>
          <a:lstStyle>
            <a:lvl1pPr marL="0" indent="0" algn="l">
              <a:lnSpc>
                <a:spcPct val="80000"/>
              </a:lnSpc>
              <a:buNone/>
              <a:defRPr lang="en-US" sz="14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400" dirty="0">
                <a:solidFill>
                  <a:srgbClr val="060E1D"/>
                </a:solidFill>
                <a:latin typeface="Aptos SemiBold" pitchFamily="34" charset="0"/>
                <a:ea typeface="Aptos SemiBold" pitchFamily="34" charset="-122"/>
                <a:cs typeface="Aptos SemiBold" pitchFamily="34" charset="-120"/>
              </a:rPr>
              <a:t>[Name Surname]</a:t>
            </a:r>
            <a:endParaRPr lang="en-US" sz="1400" dirty="0"/>
          </a:p>
        </p:txBody>
      </p:sp>
      <p:sp>
        <p:nvSpPr>
          <p:cNvPr id="8" name="Person role 2"/>
          <p:cNvSpPr>
            <a:spLocks noGrp="1"/>
          </p:cNvSpPr>
          <p:nvPr>
            <p:ph type="body" idx="106" hasCustomPrompt="1"/>
          </p:nvPr>
        </p:nvSpPr>
        <p:spPr>
          <a:xfrm>
            <a:off x="4599432" y="2313432"/>
            <a:ext cx="1404518" cy="411480"/>
          </a:xfrm>
          <a:prstGeom prst="rect">
            <a:avLst/>
          </a:prstGeom>
          <a:noFill/>
          <a:ln/>
        </p:spPr>
        <p:txBody>
          <a:bodyPr wrap="square" lIns="0" tIns="0" rIns="0" bIns="0" rtlCol="0" anchor="t"/>
          <a:lstStyle>
            <a:lvl1pPr marL="0" indent="0" algn="l">
              <a:lnSpc>
                <a:spcPct val="80000"/>
              </a:lnSpc>
              <a:buNone/>
              <a:defRPr lang="en-US" sz="13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5B6472"/>
                </a:solidFill>
                <a:latin typeface="Aptos" pitchFamily="34" charset="0"/>
                <a:ea typeface="Aptos" pitchFamily="34" charset="-122"/>
                <a:cs typeface="Aptos" pitchFamily="34" charset="-120"/>
              </a:rPr>
              <a:t>[Title]</a:t>
            </a:r>
            <a:endParaRPr lang="en-US" sz="1300" dirty="0"/>
          </a:p>
        </p:txBody>
      </p:sp>
      <p:sp>
        <p:nvSpPr>
          <p:cNvPr id="9" name="Portrait 3"/>
          <p:cNvSpPr>
            <a:spLocks noGrp="1"/>
          </p:cNvSpPr>
          <p:nvPr>
            <p:ph type="pic" idx="107" hasCustomPrompt="1"/>
          </p:nvPr>
        </p:nvSpPr>
        <p:spPr>
          <a:xfrm>
            <a:off x="6186830" y="1691640"/>
            <a:ext cx="1051560" cy="105156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a:t>
            </a:r>
            <a:endParaRPr lang="en-US" sz="1600" dirty="0"/>
          </a:p>
        </p:txBody>
      </p:sp>
      <p:sp>
        <p:nvSpPr>
          <p:cNvPr id="10" name="Person name 3"/>
          <p:cNvSpPr>
            <a:spLocks noGrp="1"/>
          </p:cNvSpPr>
          <p:nvPr>
            <p:ph type="body" idx="108" hasCustomPrompt="1"/>
          </p:nvPr>
        </p:nvSpPr>
        <p:spPr>
          <a:xfrm>
            <a:off x="7375550" y="1783080"/>
            <a:ext cx="1404518" cy="502920"/>
          </a:xfrm>
          <a:prstGeom prst="rect">
            <a:avLst/>
          </a:prstGeom>
          <a:noFill/>
          <a:ln/>
        </p:spPr>
        <p:txBody>
          <a:bodyPr wrap="square" lIns="0" tIns="0" rIns="0" bIns="0" rtlCol="0" anchor="t"/>
          <a:lstStyle>
            <a:lvl1pPr marL="0" indent="0" algn="l">
              <a:lnSpc>
                <a:spcPct val="80000"/>
              </a:lnSpc>
              <a:buNone/>
              <a:defRPr lang="en-US" sz="14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400" dirty="0">
                <a:solidFill>
                  <a:srgbClr val="060E1D"/>
                </a:solidFill>
                <a:latin typeface="Aptos SemiBold" pitchFamily="34" charset="0"/>
                <a:ea typeface="Aptos SemiBold" pitchFamily="34" charset="-122"/>
                <a:cs typeface="Aptos SemiBold" pitchFamily="34" charset="-120"/>
              </a:rPr>
              <a:t>[Name Surname]</a:t>
            </a:r>
            <a:endParaRPr lang="en-US" sz="1400" dirty="0"/>
          </a:p>
        </p:txBody>
      </p:sp>
      <p:sp>
        <p:nvSpPr>
          <p:cNvPr id="11" name="Person role 3"/>
          <p:cNvSpPr>
            <a:spLocks noGrp="1"/>
          </p:cNvSpPr>
          <p:nvPr>
            <p:ph type="body" idx="109" hasCustomPrompt="1"/>
          </p:nvPr>
        </p:nvSpPr>
        <p:spPr>
          <a:xfrm>
            <a:off x="7375550" y="2313432"/>
            <a:ext cx="1404518" cy="411480"/>
          </a:xfrm>
          <a:prstGeom prst="rect">
            <a:avLst/>
          </a:prstGeom>
          <a:noFill/>
          <a:ln/>
        </p:spPr>
        <p:txBody>
          <a:bodyPr wrap="square" lIns="0" tIns="0" rIns="0" bIns="0" rtlCol="0" anchor="t"/>
          <a:lstStyle>
            <a:lvl1pPr marL="0" indent="0" algn="l">
              <a:lnSpc>
                <a:spcPct val="80000"/>
              </a:lnSpc>
              <a:buNone/>
              <a:defRPr lang="en-US" sz="13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5B6472"/>
                </a:solidFill>
                <a:latin typeface="Aptos" pitchFamily="34" charset="0"/>
                <a:ea typeface="Aptos" pitchFamily="34" charset="-122"/>
                <a:cs typeface="Aptos" pitchFamily="34" charset="-120"/>
              </a:rPr>
              <a:t>[Title]</a:t>
            </a:r>
            <a:endParaRPr lang="en-US" sz="1300" dirty="0"/>
          </a:p>
        </p:txBody>
      </p:sp>
      <p:sp>
        <p:nvSpPr>
          <p:cNvPr id="12" name="Portrait 4"/>
          <p:cNvSpPr>
            <a:spLocks noGrp="1"/>
          </p:cNvSpPr>
          <p:nvPr>
            <p:ph type="pic" idx="110" hasCustomPrompt="1"/>
          </p:nvPr>
        </p:nvSpPr>
        <p:spPr>
          <a:xfrm>
            <a:off x="8963863" y="1691640"/>
            <a:ext cx="1051560" cy="105156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a:t>
            </a:r>
            <a:endParaRPr lang="en-US" sz="1600" dirty="0"/>
          </a:p>
        </p:txBody>
      </p:sp>
      <p:sp>
        <p:nvSpPr>
          <p:cNvPr id="13" name="Person name 4"/>
          <p:cNvSpPr>
            <a:spLocks noGrp="1"/>
          </p:cNvSpPr>
          <p:nvPr>
            <p:ph type="body" idx="111" hasCustomPrompt="1"/>
          </p:nvPr>
        </p:nvSpPr>
        <p:spPr>
          <a:xfrm>
            <a:off x="10152583" y="1783080"/>
            <a:ext cx="1404518" cy="502920"/>
          </a:xfrm>
          <a:prstGeom prst="rect">
            <a:avLst/>
          </a:prstGeom>
          <a:noFill/>
          <a:ln/>
        </p:spPr>
        <p:txBody>
          <a:bodyPr wrap="square" lIns="0" tIns="0" rIns="0" bIns="0" rtlCol="0" anchor="t"/>
          <a:lstStyle>
            <a:lvl1pPr marL="0" indent="0" algn="l">
              <a:lnSpc>
                <a:spcPct val="80000"/>
              </a:lnSpc>
              <a:buNone/>
              <a:defRPr lang="en-US" sz="14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400" dirty="0">
                <a:solidFill>
                  <a:srgbClr val="060E1D"/>
                </a:solidFill>
                <a:latin typeface="Aptos SemiBold" pitchFamily="34" charset="0"/>
                <a:ea typeface="Aptos SemiBold" pitchFamily="34" charset="-122"/>
                <a:cs typeface="Aptos SemiBold" pitchFamily="34" charset="-120"/>
              </a:rPr>
              <a:t>[Name Surname]</a:t>
            </a:r>
            <a:endParaRPr lang="en-US" sz="1400" dirty="0"/>
          </a:p>
        </p:txBody>
      </p:sp>
      <p:sp>
        <p:nvSpPr>
          <p:cNvPr id="14" name="Person role 4"/>
          <p:cNvSpPr>
            <a:spLocks noGrp="1"/>
          </p:cNvSpPr>
          <p:nvPr>
            <p:ph type="body" idx="112" hasCustomPrompt="1"/>
          </p:nvPr>
        </p:nvSpPr>
        <p:spPr>
          <a:xfrm>
            <a:off x="10152583" y="2313432"/>
            <a:ext cx="1404518" cy="411480"/>
          </a:xfrm>
          <a:prstGeom prst="rect">
            <a:avLst/>
          </a:prstGeom>
          <a:noFill/>
          <a:ln/>
        </p:spPr>
        <p:txBody>
          <a:bodyPr wrap="square" lIns="0" tIns="0" rIns="0" bIns="0" rtlCol="0" anchor="t"/>
          <a:lstStyle>
            <a:lvl1pPr marL="0" indent="0" algn="l">
              <a:lnSpc>
                <a:spcPct val="80000"/>
              </a:lnSpc>
              <a:buNone/>
              <a:defRPr lang="en-US" sz="13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5B6472"/>
                </a:solidFill>
                <a:latin typeface="Aptos" pitchFamily="34" charset="0"/>
                <a:ea typeface="Aptos" pitchFamily="34" charset="-122"/>
                <a:cs typeface="Aptos" pitchFamily="34" charset="-120"/>
              </a:rPr>
              <a:t>[Title]</a:t>
            </a:r>
            <a:endParaRPr lang="en-US" sz="1300" dirty="0"/>
          </a:p>
        </p:txBody>
      </p:sp>
      <p:sp>
        <p:nvSpPr>
          <p:cNvPr id="15" name="Portrait 5"/>
          <p:cNvSpPr>
            <a:spLocks noGrp="1"/>
          </p:cNvSpPr>
          <p:nvPr>
            <p:ph type="pic" idx="113" hasCustomPrompt="1"/>
          </p:nvPr>
        </p:nvSpPr>
        <p:spPr>
          <a:xfrm>
            <a:off x="634594" y="3017520"/>
            <a:ext cx="1051560" cy="105156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a:t>
            </a:r>
            <a:endParaRPr lang="en-US" sz="1600" dirty="0"/>
          </a:p>
        </p:txBody>
      </p:sp>
      <p:sp>
        <p:nvSpPr>
          <p:cNvPr id="16" name="Person name 5"/>
          <p:cNvSpPr>
            <a:spLocks noGrp="1"/>
          </p:cNvSpPr>
          <p:nvPr>
            <p:ph type="body" idx="114" hasCustomPrompt="1"/>
          </p:nvPr>
        </p:nvSpPr>
        <p:spPr>
          <a:xfrm>
            <a:off x="1823314" y="3108960"/>
            <a:ext cx="1404518" cy="502920"/>
          </a:xfrm>
          <a:prstGeom prst="rect">
            <a:avLst/>
          </a:prstGeom>
          <a:noFill/>
          <a:ln/>
        </p:spPr>
        <p:txBody>
          <a:bodyPr wrap="square" lIns="0" tIns="0" rIns="0" bIns="0" rtlCol="0" anchor="t"/>
          <a:lstStyle>
            <a:lvl1pPr marL="0" indent="0" algn="l">
              <a:lnSpc>
                <a:spcPct val="80000"/>
              </a:lnSpc>
              <a:buNone/>
              <a:defRPr lang="en-US" sz="14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400" dirty="0">
                <a:solidFill>
                  <a:srgbClr val="060E1D"/>
                </a:solidFill>
                <a:latin typeface="Aptos SemiBold" pitchFamily="34" charset="0"/>
                <a:ea typeface="Aptos SemiBold" pitchFamily="34" charset="-122"/>
                <a:cs typeface="Aptos SemiBold" pitchFamily="34" charset="-120"/>
              </a:rPr>
              <a:t>[Name Surname]</a:t>
            </a:r>
            <a:endParaRPr lang="en-US" sz="1400" dirty="0"/>
          </a:p>
        </p:txBody>
      </p:sp>
      <p:sp>
        <p:nvSpPr>
          <p:cNvPr id="17" name="Person role 5"/>
          <p:cNvSpPr>
            <a:spLocks noGrp="1"/>
          </p:cNvSpPr>
          <p:nvPr>
            <p:ph type="body" idx="115" hasCustomPrompt="1"/>
          </p:nvPr>
        </p:nvSpPr>
        <p:spPr>
          <a:xfrm>
            <a:off x="1823314" y="3639312"/>
            <a:ext cx="1404518" cy="411480"/>
          </a:xfrm>
          <a:prstGeom prst="rect">
            <a:avLst/>
          </a:prstGeom>
          <a:noFill/>
          <a:ln/>
        </p:spPr>
        <p:txBody>
          <a:bodyPr wrap="square" lIns="0" tIns="0" rIns="0" bIns="0" rtlCol="0" anchor="t"/>
          <a:lstStyle>
            <a:lvl1pPr marL="0" indent="0" algn="l">
              <a:lnSpc>
                <a:spcPct val="80000"/>
              </a:lnSpc>
              <a:buNone/>
              <a:defRPr lang="en-US" sz="13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5B6472"/>
                </a:solidFill>
                <a:latin typeface="Aptos" pitchFamily="34" charset="0"/>
                <a:ea typeface="Aptos" pitchFamily="34" charset="-122"/>
                <a:cs typeface="Aptos" pitchFamily="34" charset="-120"/>
              </a:rPr>
              <a:t>[Title]</a:t>
            </a:r>
            <a:endParaRPr lang="en-US" sz="1300" dirty="0"/>
          </a:p>
        </p:txBody>
      </p:sp>
      <p:sp>
        <p:nvSpPr>
          <p:cNvPr id="18" name="Portrait 6"/>
          <p:cNvSpPr>
            <a:spLocks noGrp="1"/>
          </p:cNvSpPr>
          <p:nvPr>
            <p:ph type="pic" idx="116" hasCustomPrompt="1"/>
          </p:nvPr>
        </p:nvSpPr>
        <p:spPr>
          <a:xfrm>
            <a:off x="3410712" y="3017520"/>
            <a:ext cx="1051560" cy="105156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a:t>
            </a:r>
            <a:endParaRPr lang="en-US" sz="1600" dirty="0"/>
          </a:p>
        </p:txBody>
      </p:sp>
      <p:sp>
        <p:nvSpPr>
          <p:cNvPr id="19" name="Person name 6"/>
          <p:cNvSpPr>
            <a:spLocks noGrp="1"/>
          </p:cNvSpPr>
          <p:nvPr>
            <p:ph type="body" idx="117" hasCustomPrompt="1"/>
          </p:nvPr>
        </p:nvSpPr>
        <p:spPr>
          <a:xfrm>
            <a:off x="4599432" y="3108960"/>
            <a:ext cx="1404518" cy="502920"/>
          </a:xfrm>
          <a:prstGeom prst="rect">
            <a:avLst/>
          </a:prstGeom>
          <a:noFill/>
          <a:ln/>
        </p:spPr>
        <p:txBody>
          <a:bodyPr wrap="square" lIns="0" tIns="0" rIns="0" bIns="0" rtlCol="0" anchor="t"/>
          <a:lstStyle>
            <a:lvl1pPr marL="0" indent="0" algn="l">
              <a:lnSpc>
                <a:spcPct val="80000"/>
              </a:lnSpc>
              <a:buNone/>
              <a:defRPr lang="en-US" sz="14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400" dirty="0">
                <a:solidFill>
                  <a:srgbClr val="060E1D"/>
                </a:solidFill>
                <a:latin typeface="Aptos SemiBold" pitchFamily="34" charset="0"/>
                <a:ea typeface="Aptos SemiBold" pitchFamily="34" charset="-122"/>
                <a:cs typeface="Aptos SemiBold" pitchFamily="34" charset="-120"/>
              </a:rPr>
              <a:t>[Name Surname]</a:t>
            </a:r>
            <a:endParaRPr lang="en-US" sz="1400" dirty="0"/>
          </a:p>
        </p:txBody>
      </p:sp>
      <p:sp>
        <p:nvSpPr>
          <p:cNvPr id="20" name="Person role 6"/>
          <p:cNvSpPr>
            <a:spLocks noGrp="1"/>
          </p:cNvSpPr>
          <p:nvPr>
            <p:ph type="body" idx="118" hasCustomPrompt="1"/>
          </p:nvPr>
        </p:nvSpPr>
        <p:spPr>
          <a:xfrm>
            <a:off x="4599432" y="3639312"/>
            <a:ext cx="1404518" cy="411480"/>
          </a:xfrm>
          <a:prstGeom prst="rect">
            <a:avLst/>
          </a:prstGeom>
          <a:noFill/>
          <a:ln/>
        </p:spPr>
        <p:txBody>
          <a:bodyPr wrap="square" lIns="0" tIns="0" rIns="0" bIns="0" rtlCol="0" anchor="t"/>
          <a:lstStyle>
            <a:lvl1pPr marL="0" indent="0" algn="l">
              <a:lnSpc>
                <a:spcPct val="80000"/>
              </a:lnSpc>
              <a:buNone/>
              <a:defRPr lang="en-US" sz="13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5B6472"/>
                </a:solidFill>
                <a:latin typeface="Aptos" pitchFamily="34" charset="0"/>
                <a:ea typeface="Aptos" pitchFamily="34" charset="-122"/>
                <a:cs typeface="Aptos" pitchFamily="34" charset="-120"/>
              </a:rPr>
              <a:t>[Title]</a:t>
            </a:r>
            <a:endParaRPr lang="en-US" sz="1300" dirty="0"/>
          </a:p>
        </p:txBody>
      </p:sp>
      <p:sp>
        <p:nvSpPr>
          <p:cNvPr id="21" name="Portrait 7"/>
          <p:cNvSpPr>
            <a:spLocks noGrp="1"/>
          </p:cNvSpPr>
          <p:nvPr>
            <p:ph type="pic" idx="119" hasCustomPrompt="1"/>
          </p:nvPr>
        </p:nvSpPr>
        <p:spPr>
          <a:xfrm>
            <a:off x="6186830" y="3017520"/>
            <a:ext cx="1051560" cy="105156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a:t>
            </a:r>
            <a:endParaRPr lang="en-US" sz="1600" dirty="0"/>
          </a:p>
        </p:txBody>
      </p:sp>
      <p:sp>
        <p:nvSpPr>
          <p:cNvPr id="22" name="Person name 7"/>
          <p:cNvSpPr>
            <a:spLocks noGrp="1"/>
          </p:cNvSpPr>
          <p:nvPr>
            <p:ph type="body" idx="120" hasCustomPrompt="1"/>
          </p:nvPr>
        </p:nvSpPr>
        <p:spPr>
          <a:xfrm>
            <a:off x="7375550" y="3108960"/>
            <a:ext cx="1404518" cy="502920"/>
          </a:xfrm>
          <a:prstGeom prst="rect">
            <a:avLst/>
          </a:prstGeom>
          <a:noFill/>
          <a:ln/>
        </p:spPr>
        <p:txBody>
          <a:bodyPr wrap="square" lIns="0" tIns="0" rIns="0" bIns="0" rtlCol="0" anchor="t"/>
          <a:lstStyle>
            <a:lvl1pPr marL="0" indent="0" algn="l">
              <a:lnSpc>
                <a:spcPct val="80000"/>
              </a:lnSpc>
              <a:buNone/>
              <a:defRPr lang="en-US" sz="14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400" dirty="0">
                <a:solidFill>
                  <a:srgbClr val="060E1D"/>
                </a:solidFill>
                <a:latin typeface="Aptos SemiBold" pitchFamily="34" charset="0"/>
                <a:ea typeface="Aptos SemiBold" pitchFamily="34" charset="-122"/>
                <a:cs typeface="Aptos SemiBold" pitchFamily="34" charset="-120"/>
              </a:rPr>
              <a:t>[Name Surname]</a:t>
            </a:r>
            <a:endParaRPr lang="en-US" sz="1400" dirty="0"/>
          </a:p>
        </p:txBody>
      </p:sp>
      <p:sp>
        <p:nvSpPr>
          <p:cNvPr id="23" name="Person role 7"/>
          <p:cNvSpPr>
            <a:spLocks noGrp="1"/>
          </p:cNvSpPr>
          <p:nvPr>
            <p:ph type="body" idx="121" hasCustomPrompt="1"/>
          </p:nvPr>
        </p:nvSpPr>
        <p:spPr>
          <a:xfrm>
            <a:off x="7375550" y="3639312"/>
            <a:ext cx="1404518" cy="411480"/>
          </a:xfrm>
          <a:prstGeom prst="rect">
            <a:avLst/>
          </a:prstGeom>
          <a:noFill/>
          <a:ln/>
        </p:spPr>
        <p:txBody>
          <a:bodyPr wrap="square" lIns="0" tIns="0" rIns="0" bIns="0" rtlCol="0" anchor="t"/>
          <a:lstStyle>
            <a:lvl1pPr marL="0" indent="0" algn="l">
              <a:lnSpc>
                <a:spcPct val="80000"/>
              </a:lnSpc>
              <a:buNone/>
              <a:defRPr lang="en-US" sz="13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5B6472"/>
                </a:solidFill>
                <a:latin typeface="Aptos" pitchFamily="34" charset="0"/>
                <a:ea typeface="Aptos" pitchFamily="34" charset="-122"/>
                <a:cs typeface="Aptos" pitchFamily="34" charset="-120"/>
              </a:rPr>
              <a:t>[Title]</a:t>
            </a:r>
            <a:endParaRPr lang="en-US" sz="1300" dirty="0"/>
          </a:p>
        </p:txBody>
      </p:sp>
      <p:sp>
        <p:nvSpPr>
          <p:cNvPr id="24" name="Portrait 8"/>
          <p:cNvSpPr>
            <a:spLocks noGrp="1"/>
          </p:cNvSpPr>
          <p:nvPr>
            <p:ph type="pic" idx="122" hasCustomPrompt="1"/>
          </p:nvPr>
        </p:nvSpPr>
        <p:spPr>
          <a:xfrm>
            <a:off x="8963863" y="3017520"/>
            <a:ext cx="1051560" cy="105156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a:t>
            </a:r>
            <a:endParaRPr lang="en-US" sz="1600" dirty="0"/>
          </a:p>
        </p:txBody>
      </p:sp>
      <p:sp>
        <p:nvSpPr>
          <p:cNvPr id="25" name="Person name 8"/>
          <p:cNvSpPr>
            <a:spLocks noGrp="1"/>
          </p:cNvSpPr>
          <p:nvPr>
            <p:ph type="body" idx="123" hasCustomPrompt="1"/>
          </p:nvPr>
        </p:nvSpPr>
        <p:spPr>
          <a:xfrm>
            <a:off x="10152583" y="3108960"/>
            <a:ext cx="1404518" cy="502920"/>
          </a:xfrm>
          <a:prstGeom prst="rect">
            <a:avLst/>
          </a:prstGeom>
          <a:noFill/>
          <a:ln/>
        </p:spPr>
        <p:txBody>
          <a:bodyPr wrap="square" lIns="0" tIns="0" rIns="0" bIns="0" rtlCol="0" anchor="t"/>
          <a:lstStyle>
            <a:lvl1pPr marL="0" indent="0" algn="l">
              <a:lnSpc>
                <a:spcPct val="80000"/>
              </a:lnSpc>
              <a:buNone/>
              <a:defRPr lang="en-US" sz="14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400" dirty="0">
                <a:solidFill>
                  <a:srgbClr val="060E1D"/>
                </a:solidFill>
                <a:latin typeface="Aptos SemiBold" pitchFamily="34" charset="0"/>
                <a:ea typeface="Aptos SemiBold" pitchFamily="34" charset="-122"/>
                <a:cs typeface="Aptos SemiBold" pitchFamily="34" charset="-120"/>
              </a:rPr>
              <a:t>[Name Surname]</a:t>
            </a:r>
            <a:endParaRPr lang="en-US" sz="1400" dirty="0"/>
          </a:p>
        </p:txBody>
      </p:sp>
      <p:sp>
        <p:nvSpPr>
          <p:cNvPr id="26" name="Person role 8"/>
          <p:cNvSpPr>
            <a:spLocks noGrp="1"/>
          </p:cNvSpPr>
          <p:nvPr>
            <p:ph type="body" idx="124" hasCustomPrompt="1"/>
          </p:nvPr>
        </p:nvSpPr>
        <p:spPr>
          <a:xfrm>
            <a:off x="10152583" y="3639312"/>
            <a:ext cx="1404518" cy="411480"/>
          </a:xfrm>
          <a:prstGeom prst="rect">
            <a:avLst/>
          </a:prstGeom>
          <a:noFill/>
          <a:ln/>
        </p:spPr>
        <p:txBody>
          <a:bodyPr wrap="square" lIns="0" tIns="0" rIns="0" bIns="0" rtlCol="0" anchor="t"/>
          <a:lstStyle>
            <a:lvl1pPr marL="0" indent="0" algn="l">
              <a:lnSpc>
                <a:spcPct val="80000"/>
              </a:lnSpc>
              <a:buNone/>
              <a:defRPr lang="en-US" sz="13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300" dirty="0">
                <a:solidFill>
                  <a:srgbClr val="5B6472"/>
                </a:solidFill>
                <a:latin typeface="Aptos" pitchFamily="34" charset="0"/>
                <a:ea typeface="Aptos" pitchFamily="34" charset="-122"/>
                <a:cs typeface="Aptos" pitchFamily="34" charset="-120"/>
              </a:rPr>
              <a:t>[Title]</a:t>
            </a:r>
            <a:endParaRPr lang="en-US" sz="1300" dirty="0"/>
          </a:p>
        </p:txBody>
      </p:sp>
      <p:sp>
        <p:nvSpPr>
          <p:cNvPr id="27" name="Text 0"/>
          <p:cNvSpPr/>
          <p:nvPr/>
        </p:nvSpPr>
        <p:spPr>
          <a:xfrm>
            <a:off x="634594" y="4480560"/>
            <a:ext cx="10922508" cy="1417320"/>
          </a:xfrm>
          <a:prstGeom prst="roundRect">
            <a:avLst>
              <a:gd name="adj" fmla="val 6452"/>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28" name="Team note"/>
          <p:cNvSpPr>
            <a:spLocks noGrp="1"/>
          </p:cNvSpPr>
          <p:nvPr>
            <p:ph type="body" idx="126" hasCustomPrompt="1"/>
          </p:nvPr>
        </p:nvSpPr>
        <p:spPr>
          <a:xfrm>
            <a:off x="954634" y="4754880"/>
            <a:ext cx="10282428" cy="91440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060E1D"/>
                </a:solidFill>
                <a:latin typeface="Aptos" pitchFamily="34" charset="0"/>
                <a:ea typeface="Aptos" pitchFamily="34" charset="-122"/>
                <a:cs typeface="Aptos" pitchFamily="34" charset="-120"/>
              </a:rPr>
              <a:t>About the team, 16pt</a:t>
            </a:r>
            <a:endParaRPr lang="en-US" sz="1600" dirty="0"/>
          </a:p>
        </p:txBody>
      </p:sp>
      <p:pic>
        <p:nvPicPr>
          <p:cNvPr id="29"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30" name="Text 1"/>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31" name="Source"/>
          <p:cNvSpPr>
            <a:spLocks noGrp="1"/>
          </p:cNvSpPr>
          <p:nvPr>
            <p:ph type="body" idx="129"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32"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peaker · single">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6035040"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[Name Surname]</a:t>
            </a:r>
            <a:endParaRPr lang="en-US" sz="4400" dirty="0"/>
          </a:p>
        </p:txBody>
      </p:sp>
      <p:sp>
        <p:nvSpPr>
          <p:cNvPr id="3" name="Speaker role"/>
          <p:cNvSpPr>
            <a:spLocks noGrp="1"/>
          </p:cNvSpPr>
          <p:nvPr>
            <p:ph type="body" idx="101" hasCustomPrompt="1"/>
          </p:nvPr>
        </p:nvSpPr>
        <p:spPr>
          <a:xfrm>
            <a:off x="634594" y="1691640"/>
            <a:ext cx="5852160" cy="411480"/>
          </a:xfrm>
          <a:prstGeom prst="rect">
            <a:avLst/>
          </a:prstGeom>
          <a:noFill/>
          <a:ln/>
        </p:spPr>
        <p:txBody>
          <a:bodyPr wrap="square" lIns="0" tIns="0" rIns="0" bIns="0" rtlCol="0" anchor="t"/>
          <a:lstStyle>
            <a:lvl1pPr marL="0" indent="0" algn="l">
              <a:lnSpc>
                <a:spcPct val="80000"/>
              </a:lnSpc>
              <a:buNone/>
              <a:defRPr lang="en-US" sz="20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2000" dirty="0">
                <a:solidFill>
                  <a:srgbClr val="5B6472"/>
                </a:solidFill>
                <a:latin typeface="Aptos" pitchFamily="34" charset="0"/>
                <a:ea typeface="Aptos" pitchFamily="34" charset="-122"/>
                <a:cs typeface="Aptos" pitchFamily="34" charset="-120"/>
              </a:rPr>
              <a:t>[Title, organisation]</a:t>
            </a:r>
            <a:endParaRPr lang="en-US" sz="2000" dirty="0"/>
          </a:p>
        </p:txBody>
      </p:sp>
      <p:sp>
        <p:nvSpPr>
          <p:cNvPr id="4" name="Pill session"/>
          <p:cNvSpPr>
            <a:spLocks noGrp="1"/>
          </p:cNvSpPr>
          <p:nvPr>
            <p:ph type="body" idx="102" hasCustomPrompt="1"/>
          </p:nvPr>
        </p:nvSpPr>
        <p:spPr>
          <a:xfrm>
            <a:off x="634594" y="2377440"/>
            <a:ext cx="2926080" cy="365760"/>
          </a:xfrm>
          <a:prstGeom prst="roundRect">
            <a:avLst>
              <a:gd name="adj" fmla="val 50000"/>
            </a:avLst>
          </a:prstGeom>
          <a:solidFill>
            <a:srgbClr val="69DED7"/>
          </a:solidFill>
          <a:ln>
            <a:noFill/>
          </a:ln>
        </p:spPr>
        <p:txBody>
          <a:bodyPr wrap="square" lIns="0" tIns="0" rIns="0" bIns="0" rtlCol="0" anchor="ctr"/>
          <a:lstStyle>
            <a:lvl1pPr marL="0" indent="0" algn="ctr">
              <a:lnSpc>
                <a:spcPct val="100000"/>
              </a:lnSpc>
              <a:buNone/>
              <a:defRPr lang="en-US" sz="1400" dirty="0">
                <a:solidFill>
                  <a:srgbClr val="060E1D"/>
                </a:solidFill>
                <a:latin typeface="Aptos" pitchFamily="34" charset="0"/>
                <a:ea typeface="Aptos" pitchFamily="34" charset="-122"/>
                <a:cs typeface="Aptos" pitchFamily="34" charset="-120"/>
              </a:defRPr>
            </a:lvl1pPr>
          </a:lstStyle>
          <a:p>
            <a:pPr marL="0" indent="0" algn="ctr">
              <a:lnSpc>
                <a:spcPct val="100000"/>
              </a:lnSpc>
              <a:buNone/>
            </a:pPr>
            <a:r>
              <a:rPr lang="en-US" sz="1400" dirty="0">
                <a:solidFill>
                  <a:srgbClr val="060E1D"/>
                </a:solidFill>
                <a:latin typeface="Aptos" pitchFamily="34" charset="0"/>
                <a:ea typeface="Aptos" pitchFamily="34" charset="-122"/>
                <a:cs typeface="Aptos" pitchFamily="34" charset="-120"/>
              </a:rPr>
              <a:t>Session · time</a:t>
            </a:r>
            <a:endParaRPr lang="en-US" sz="1400" dirty="0"/>
          </a:p>
        </p:txBody>
      </p:sp>
      <p:sp>
        <p:nvSpPr>
          <p:cNvPr id="5" name="Speaker bio"/>
          <p:cNvSpPr>
            <a:spLocks noGrp="1"/>
          </p:cNvSpPr>
          <p:nvPr>
            <p:ph type="body" idx="103" hasCustomPrompt="1"/>
          </p:nvPr>
        </p:nvSpPr>
        <p:spPr>
          <a:xfrm>
            <a:off x="634594" y="2926080"/>
            <a:ext cx="5852160" cy="2743200"/>
          </a:xfrm>
          <a:prstGeom prst="rect">
            <a:avLst/>
          </a:prstGeom>
          <a:noFill/>
          <a:ln/>
        </p:spPr>
        <p:txBody>
          <a:bodyPr wrap="square" lIns="0" tIns="0" rIns="0" bIns="0" rtlCol="0" anchor="t"/>
          <a:lstStyle>
            <a:lvl1pPr marL="0" indent="0" algn="l">
              <a:lnSpc>
                <a:spcPct val="80000"/>
              </a:lnSpc>
              <a:spcAft>
                <a:spcPts val="800"/>
              </a:spcAft>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spcAft>
                <a:spcPts val="800"/>
              </a:spcAft>
              <a:buNone/>
            </a:pPr>
            <a:r>
              <a:rPr lang="en-US" sz="1600" dirty="0">
                <a:solidFill>
                  <a:srgbClr val="060E1D"/>
                </a:solidFill>
                <a:latin typeface="Aptos" pitchFamily="34" charset="0"/>
                <a:ea typeface="Aptos" pitchFamily="34" charset="-122"/>
                <a:cs typeface="Aptos" pitchFamily="34" charset="-120"/>
              </a:rPr>
              <a:t>Bio, 16pt</a:t>
            </a:r>
            <a:endParaRPr lang="en-US" sz="1600" dirty="0"/>
          </a:p>
        </p:txBody>
      </p:sp>
      <p:sp>
        <p:nvSpPr>
          <p:cNvPr id="6" name="Photo"/>
          <p:cNvSpPr>
            <a:spLocks noGrp="1"/>
          </p:cNvSpPr>
          <p:nvPr>
            <p:ph type="pic" idx="104" hasCustomPrompt="1"/>
          </p:nvPr>
        </p:nvSpPr>
        <p:spPr>
          <a:xfrm>
            <a:off x="7086600" y="0"/>
            <a:ext cx="5105095" cy="685800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portrait</a:t>
            </a:r>
            <a:endParaRPr lang="en-US" sz="1600" dirty="0"/>
          </a:p>
        </p:txBody>
      </p:sp>
      <p:pic>
        <p:nvPicPr>
          <p:cNvPr id="7"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8"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9" name="Source"/>
          <p:cNvSpPr>
            <a:spLocks noGrp="1"/>
          </p:cNvSpPr>
          <p:nvPr>
            <p:ph type="body" idx="107" hasCustomPrompt="1"/>
          </p:nvPr>
        </p:nvSpPr>
        <p:spPr>
          <a:xfrm>
            <a:off x="3017520" y="6208776"/>
            <a:ext cx="3108960"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Product · syste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5120640"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Body"/>
          <p:cNvSpPr>
            <a:spLocks noGrp="1"/>
          </p:cNvSpPr>
          <p:nvPr>
            <p:ph type="body" idx="101" hasCustomPrompt="1"/>
          </p:nvPr>
        </p:nvSpPr>
        <p:spPr>
          <a:xfrm>
            <a:off x="634594" y="1691640"/>
            <a:ext cx="4572000" cy="4206240"/>
          </a:xfrm>
          <a:prstGeom prst="rect">
            <a:avLst/>
          </a:prstGeom>
          <a:noFill/>
          <a:ln/>
        </p:spPr>
        <p:txBody>
          <a:bodyPr wrap="square" lIns="0" tIns="0" rIns="0" bIns="0" rtlCol="0" anchor="t"/>
          <a:lstStyle>
            <a:lvl1pPr marL="384048" indent="-384048" algn="l">
              <a:lnSpc>
                <a:spcPct val="80000"/>
              </a:lnSpc>
              <a:spcAft>
                <a:spcPts val="800"/>
              </a:spcAft>
              <a:buSzPct val="125000"/>
              <a:buBlip>
                <a:blip r:embed="rId3"/>
              </a:buBlip>
              <a:defRPr lang="en-US" sz="1800" dirty="0">
                <a:solidFill>
                  <a:srgbClr val="060E1D"/>
                </a:solidFill>
                <a:latin typeface="Aptos" pitchFamily="34" charset="0"/>
                <a:ea typeface="Aptos" pitchFamily="34" charset="-122"/>
                <a:cs typeface="Aptos" pitchFamily="34" charset="-120"/>
              </a:defRPr>
            </a:lvl1pPr>
          </a:lstStyle>
          <a:p>
            <a:pPr algn="l">
              <a:lnSpc>
                <a:spcPct val="80000"/>
              </a:lnSpc>
            </a:pPr>
            <a:r>
              <a:rPr lang="en-US" sz="1800" dirty="0">
                <a:solidFill>
                  <a:srgbClr val="060E1D"/>
                </a:solidFill>
                <a:latin typeface="Aptos" pitchFamily="34" charset="0"/>
                <a:ea typeface="Aptos" pitchFamily="34" charset="-122"/>
                <a:cs typeface="Aptos" pitchFamily="34" charset="-120"/>
              </a:rPr>
              <a:t>Bullet, 18pt</a:t>
            </a:r>
            <a:endParaRPr lang="en-US" sz="1800" dirty="0"/>
          </a:p>
        </p:txBody>
      </p:sp>
      <p:pic>
        <p:nvPicPr>
          <p:cNvPr id="4" name="Image 0" descr="assets/logo_dark.png"/>
          <p:cNvPicPr>
            <a:picLocks noChangeAspect="1"/>
          </p:cNvPicPr>
          <p:nvPr/>
        </p:nvPicPr>
        <p:blipFill>
          <a:blip r:embed="rId4"/>
          <a:stretch>
            <a:fillRect/>
          </a:stretch>
        </p:blipFill>
        <p:spPr>
          <a:xfrm>
            <a:off x="634594" y="6233465"/>
            <a:ext cx="636422" cy="225857"/>
          </a:xfrm>
          <a:prstGeom prst="rect">
            <a:avLst/>
          </a:prstGeom>
        </p:spPr>
      </p:pic>
      <p:sp>
        <p:nvSpPr>
          <p:cNvPr id="5"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6" name="Source"/>
          <p:cNvSpPr>
            <a:spLocks noGrp="1"/>
          </p:cNvSpPr>
          <p:nvPr>
            <p:ph type="body" idx="104" hasCustomPrompt="1"/>
          </p:nvPr>
        </p:nvSpPr>
        <p:spPr>
          <a:xfrm>
            <a:off x="3017520" y="6208776"/>
            <a:ext cx="3108960"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Product · system floo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5669280"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Body"/>
          <p:cNvSpPr>
            <a:spLocks noGrp="1"/>
          </p:cNvSpPr>
          <p:nvPr>
            <p:ph type="body" idx="101" hasCustomPrompt="1"/>
          </p:nvPr>
        </p:nvSpPr>
        <p:spPr>
          <a:xfrm>
            <a:off x="634594" y="1691640"/>
            <a:ext cx="5120640" cy="4206240"/>
          </a:xfrm>
          <a:prstGeom prst="rect">
            <a:avLst/>
          </a:prstGeom>
          <a:noFill/>
          <a:ln/>
        </p:spPr>
        <p:txBody>
          <a:bodyPr wrap="square" lIns="0" tIns="0" rIns="0" bIns="0" rtlCol="0" anchor="t"/>
          <a:lstStyle>
            <a:lvl1pPr marL="384048" indent="-384048" algn="l">
              <a:lnSpc>
                <a:spcPct val="80000"/>
              </a:lnSpc>
              <a:spcAft>
                <a:spcPts val="800"/>
              </a:spcAft>
              <a:buSzPct val="125000"/>
              <a:buBlip>
                <a:blip r:embed="rId3"/>
              </a:buBlip>
              <a:defRPr lang="en-US" sz="1800" dirty="0">
                <a:solidFill>
                  <a:srgbClr val="060E1D"/>
                </a:solidFill>
                <a:latin typeface="Aptos" pitchFamily="34" charset="0"/>
                <a:ea typeface="Aptos" pitchFamily="34" charset="-122"/>
                <a:cs typeface="Aptos" pitchFamily="34" charset="-120"/>
              </a:defRPr>
            </a:lvl1pPr>
          </a:lstStyle>
          <a:p>
            <a:pPr algn="l">
              <a:lnSpc>
                <a:spcPct val="80000"/>
              </a:lnSpc>
            </a:pPr>
            <a:r>
              <a:rPr lang="en-US" sz="1800" dirty="0">
                <a:solidFill>
                  <a:srgbClr val="060E1D"/>
                </a:solidFill>
                <a:latin typeface="Aptos" pitchFamily="34" charset="0"/>
                <a:ea typeface="Aptos" pitchFamily="34" charset="-122"/>
                <a:cs typeface="Aptos" pitchFamily="34" charset="-120"/>
              </a:rPr>
              <a:t>Bullet, 18pt</a:t>
            </a:r>
            <a:endParaRPr lang="en-US" sz="1800" dirty="0"/>
          </a:p>
        </p:txBody>
      </p:sp>
      <p:pic>
        <p:nvPicPr>
          <p:cNvPr id="4" name="Image 0" descr="assets/logo_dark.png"/>
          <p:cNvPicPr>
            <a:picLocks noChangeAspect="1"/>
          </p:cNvPicPr>
          <p:nvPr/>
        </p:nvPicPr>
        <p:blipFill>
          <a:blip r:embed="rId4"/>
          <a:stretch>
            <a:fillRect/>
          </a:stretch>
        </p:blipFill>
        <p:spPr>
          <a:xfrm>
            <a:off x="634594" y="6233465"/>
            <a:ext cx="636422" cy="225857"/>
          </a:xfrm>
          <a:prstGeom prst="rect">
            <a:avLst/>
          </a:prstGeom>
        </p:spPr>
      </p:pic>
      <p:sp>
        <p:nvSpPr>
          <p:cNvPr id="5"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6" name="Source"/>
          <p:cNvSpPr>
            <a:spLocks noGrp="1"/>
          </p:cNvSpPr>
          <p:nvPr>
            <p:ph type="body" idx="104" hasCustomPrompt="1"/>
          </p:nvPr>
        </p:nvSpPr>
        <p:spPr>
          <a:xfrm>
            <a:off x="3017520" y="6208776"/>
            <a:ext cx="3108960"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Product · chi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5669280"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Body"/>
          <p:cNvSpPr>
            <a:spLocks noGrp="1"/>
          </p:cNvSpPr>
          <p:nvPr>
            <p:ph type="body" idx="101" hasCustomPrompt="1"/>
          </p:nvPr>
        </p:nvSpPr>
        <p:spPr>
          <a:xfrm>
            <a:off x="634594" y="1691640"/>
            <a:ext cx="5120640" cy="4206240"/>
          </a:xfrm>
          <a:prstGeom prst="rect">
            <a:avLst/>
          </a:prstGeom>
          <a:noFill/>
          <a:ln/>
        </p:spPr>
        <p:txBody>
          <a:bodyPr wrap="square" lIns="0" tIns="0" rIns="0" bIns="0" rtlCol="0" anchor="t"/>
          <a:lstStyle>
            <a:lvl1pPr marL="384048" indent="-384048" algn="l">
              <a:lnSpc>
                <a:spcPct val="80000"/>
              </a:lnSpc>
              <a:spcAft>
                <a:spcPts val="800"/>
              </a:spcAft>
              <a:buSzPct val="125000"/>
              <a:buBlip>
                <a:blip r:embed="rId3"/>
              </a:buBlip>
              <a:defRPr lang="en-US" sz="1800" dirty="0">
                <a:solidFill>
                  <a:srgbClr val="060E1D"/>
                </a:solidFill>
                <a:latin typeface="Aptos" pitchFamily="34" charset="0"/>
                <a:ea typeface="Aptos" pitchFamily="34" charset="-122"/>
                <a:cs typeface="Aptos" pitchFamily="34" charset="-120"/>
              </a:defRPr>
            </a:lvl1pPr>
          </a:lstStyle>
          <a:p>
            <a:pPr algn="l">
              <a:lnSpc>
                <a:spcPct val="80000"/>
              </a:lnSpc>
            </a:pPr>
            <a:r>
              <a:rPr lang="en-US" sz="1800" dirty="0">
                <a:solidFill>
                  <a:srgbClr val="060E1D"/>
                </a:solidFill>
                <a:latin typeface="Aptos" pitchFamily="34" charset="0"/>
                <a:ea typeface="Aptos" pitchFamily="34" charset="-122"/>
                <a:cs typeface="Aptos" pitchFamily="34" charset="-120"/>
              </a:rPr>
              <a:t>Bullet, 18pt</a:t>
            </a:r>
            <a:endParaRPr lang="en-US" sz="1800" dirty="0"/>
          </a:p>
        </p:txBody>
      </p:sp>
      <p:pic>
        <p:nvPicPr>
          <p:cNvPr id="4" name="Image 0" descr="assets/logo_dark.png"/>
          <p:cNvPicPr>
            <a:picLocks noChangeAspect="1"/>
          </p:cNvPicPr>
          <p:nvPr/>
        </p:nvPicPr>
        <p:blipFill>
          <a:blip r:embed="rId4"/>
          <a:stretch>
            <a:fillRect/>
          </a:stretch>
        </p:blipFill>
        <p:spPr>
          <a:xfrm>
            <a:off x="634594" y="6233465"/>
            <a:ext cx="636422" cy="225857"/>
          </a:xfrm>
          <a:prstGeom prst="rect">
            <a:avLst/>
          </a:prstGeom>
        </p:spPr>
      </p:pic>
      <p:sp>
        <p:nvSpPr>
          <p:cNvPr id="5"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6" name="Source"/>
          <p:cNvSpPr>
            <a:spLocks noGrp="1"/>
          </p:cNvSpPr>
          <p:nvPr>
            <p:ph type="body" idx="104" hasCustomPrompt="1"/>
          </p:nvPr>
        </p:nvSpPr>
        <p:spPr>
          <a:xfrm>
            <a:off x="3017520" y="6208776"/>
            <a:ext cx="3108960"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Product · cryosta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5669280"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Body"/>
          <p:cNvSpPr>
            <a:spLocks noGrp="1"/>
          </p:cNvSpPr>
          <p:nvPr>
            <p:ph type="body" idx="101" hasCustomPrompt="1"/>
          </p:nvPr>
        </p:nvSpPr>
        <p:spPr>
          <a:xfrm>
            <a:off x="634594" y="1691640"/>
            <a:ext cx="5120640" cy="4206240"/>
          </a:xfrm>
          <a:prstGeom prst="rect">
            <a:avLst/>
          </a:prstGeom>
          <a:noFill/>
          <a:ln/>
        </p:spPr>
        <p:txBody>
          <a:bodyPr wrap="square" lIns="0" tIns="0" rIns="0" bIns="0" rtlCol="0" anchor="t"/>
          <a:lstStyle>
            <a:lvl1pPr marL="384048" indent="-384048" algn="l">
              <a:lnSpc>
                <a:spcPct val="80000"/>
              </a:lnSpc>
              <a:spcAft>
                <a:spcPts val="800"/>
              </a:spcAft>
              <a:buSzPct val="125000"/>
              <a:buBlip>
                <a:blip r:embed="rId3"/>
              </a:buBlip>
              <a:defRPr lang="en-US" sz="1800" dirty="0">
                <a:solidFill>
                  <a:srgbClr val="060E1D"/>
                </a:solidFill>
                <a:latin typeface="Aptos" pitchFamily="34" charset="0"/>
                <a:ea typeface="Aptos" pitchFamily="34" charset="-122"/>
                <a:cs typeface="Aptos" pitchFamily="34" charset="-120"/>
              </a:defRPr>
            </a:lvl1pPr>
          </a:lstStyle>
          <a:p>
            <a:pPr algn="l">
              <a:lnSpc>
                <a:spcPct val="80000"/>
              </a:lnSpc>
            </a:pPr>
            <a:r>
              <a:rPr lang="en-US" sz="1800" dirty="0">
                <a:solidFill>
                  <a:srgbClr val="060E1D"/>
                </a:solidFill>
                <a:latin typeface="Aptos" pitchFamily="34" charset="0"/>
                <a:ea typeface="Aptos" pitchFamily="34" charset="-122"/>
                <a:cs typeface="Aptos" pitchFamily="34" charset="-120"/>
              </a:rPr>
              <a:t>Bullet, 18pt</a:t>
            </a:r>
            <a:endParaRPr lang="en-US" sz="1800" dirty="0"/>
          </a:p>
        </p:txBody>
      </p:sp>
      <p:pic>
        <p:nvPicPr>
          <p:cNvPr id="4" name="Image 0" descr="assets/logo_dark.png"/>
          <p:cNvPicPr>
            <a:picLocks noChangeAspect="1"/>
          </p:cNvPicPr>
          <p:nvPr/>
        </p:nvPicPr>
        <p:blipFill>
          <a:blip r:embed="rId4"/>
          <a:stretch>
            <a:fillRect/>
          </a:stretch>
        </p:blipFill>
        <p:spPr>
          <a:xfrm>
            <a:off x="634594" y="6233465"/>
            <a:ext cx="636422" cy="225857"/>
          </a:xfrm>
          <a:prstGeom prst="rect">
            <a:avLst/>
          </a:prstGeom>
        </p:spPr>
      </p:pic>
      <p:sp>
        <p:nvSpPr>
          <p:cNvPr id="5"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6" name="Source"/>
          <p:cNvSpPr>
            <a:spLocks noGrp="1"/>
          </p:cNvSpPr>
          <p:nvPr>
            <p:ph type="body" idx="104" hasCustomPrompt="1"/>
          </p:nvPr>
        </p:nvSpPr>
        <p:spPr>
          <a:xfrm>
            <a:off x="3017520" y="6208776"/>
            <a:ext cx="3108960"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Research · problem and solution">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949440" y="0"/>
            <a:ext cx="5242255" cy="6858000"/>
          </a:xfrm>
          <a:prstGeom prst="rect">
            <a:avLst/>
          </a:prstGeom>
          <a:solidFill>
            <a:srgbClr val="F3F4F5"/>
          </a:solidFill>
          <a:ln/>
        </p:spPr>
        <p:txBody>
          <a:bodyPr wrap="square" lIns="0" tIns="0" rIns="0" bIns="0" rtlCol="0" anchor="ctr"/>
          <a:lstStyle/>
          <a:p>
            <a:pPr marL="0" indent="0" algn="ctr">
              <a:lnSpc>
                <a:spcPct val="80000"/>
              </a:lnSpc>
              <a:buNone/>
            </a:pPr>
            <a:endParaRPr lang="en-US" sz="1400" dirty="0"/>
          </a:p>
        </p:txBody>
      </p:sp>
      <p:sp>
        <p:nvSpPr>
          <p:cNvPr id="3" name="Title"/>
          <p:cNvSpPr>
            <a:spLocks noGrp="1"/>
          </p:cNvSpPr>
          <p:nvPr>
            <p:ph type="title" idx="101" hasCustomPrompt="1"/>
          </p:nvPr>
        </p:nvSpPr>
        <p:spPr>
          <a:xfrm>
            <a:off x="634594" y="457200"/>
            <a:ext cx="6035040"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4" name="Row label 1"/>
          <p:cNvSpPr>
            <a:spLocks noGrp="1"/>
          </p:cNvSpPr>
          <p:nvPr>
            <p:ph type="body" idx="102" hasCustomPrompt="1"/>
          </p:nvPr>
        </p:nvSpPr>
        <p:spPr>
          <a:xfrm>
            <a:off x="634594" y="1691640"/>
            <a:ext cx="1463040" cy="731520"/>
          </a:xfrm>
          <a:prstGeom prst="rect">
            <a:avLst/>
          </a:prstGeom>
          <a:noFill/>
          <a:ln/>
        </p:spPr>
        <p:txBody>
          <a:bodyPr wrap="square" lIns="0" tIns="0" rIns="0" bIns="0" rtlCol="0" anchor="t"/>
          <a:lstStyle>
            <a:lvl1pPr marL="0" indent="0" algn="l">
              <a:lnSpc>
                <a:spcPct val="10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100000"/>
              </a:lnSpc>
              <a:buNone/>
            </a:pPr>
            <a:r>
              <a:rPr lang="en-US" sz="2000" dirty="0">
                <a:solidFill>
                  <a:srgbClr val="060E1D"/>
                </a:solidFill>
                <a:latin typeface="Aptos SemiBold" pitchFamily="34" charset="0"/>
                <a:ea typeface="Aptos SemiBold" pitchFamily="34" charset="-122"/>
                <a:cs typeface="Aptos SemiBold" pitchFamily="34" charset="-120"/>
              </a:rPr>
              <a:t>Problem</a:t>
            </a:r>
            <a:endParaRPr lang="en-US" sz="2000" dirty="0"/>
          </a:p>
        </p:txBody>
      </p:sp>
      <p:sp>
        <p:nvSpPr>
          <p:cNvPr id="5" name="Row text 1"/>
          <p:cNvSpPr>
            <a:spLocks noGrp="1"/>
          </p:cNvSpPr>
          <p:nvPr>
            <p:ph type="body" idx="103" hasCustomPrompt="1"/>
          </p:nvPr>
        </p:nvSpPr>
        <p:spPr>
          <a:xfrm>
            <a:off x="2280514" y="1691640"/>
            <a:ext cx="4343400" cy="1188720"/>
          </a:xfrm>
          <a:prstGeom prst="rect">
            <a:avLst/>
          </a:prstGeom>
          <a:noFill/>
          <a:ln/>
        </p:spPr>
        <p:txBody>
          <a:bodyPr wrap="square" lIns="0" tIns="0" rIns="0" bIns="0" rtlCol="0" anchor="t"/>
          <a:lstStyle>
            <a:lvl1pPr marL="0" indent="0" algn="l">
              <a:lnSpc>
                <a:spcPct val="100000"/>
              </a:lnSpc>
              <a:buNone/>
              <a:defRPr lang="en-US" sz="15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500" dirty="0">
                <a:solidFill>
                  <a:srgbClr val="060E1D"/>
                </a:solidFill>
                <a:latin typeface="Aptos" pitchFamily="34" charset="0"/>
                <a:ea typeface="Aptos" pitchFamily="34" charset="-122"/>
                <a:cs typeface="Aptos" pitchFamily="34" charset="-120"/>
              </a:rPr>
              <a:t>Explanation, 15pt</a:t>
            </a:r>
            <a:endParaRPr lang="en-US" sz="1500" dirty="0"/>
          </a:p>
        </p:txBody>
      </p:sp>
      <p:sp>
        <p:nvSpPr>
          <p:cNvPr id="6" name="Shape 1"/>
          <p:cNvSpPr/>
          <p:nvPr/>
        </p:nvSpPr>
        <p:spPr>
          <a:xfrm>
            <a:off x="634594" y="2953512"/>
            <a:ext cx="5989320" cy="0"/>
          </a:xfrm>
          <a:prstGeom prst="line">
            <a:avLst/>
          </a:prstGeom>
          <a:noFill/>
          <a:ln w="9525">
            <a:solidFill>
              <a:srgbClr val="69DED7"/>
            </a:solidFill>
            <a:prstDash val="solid"/>
          </a:ln>
        </p:spPr>
        <p:txBody>
          <a:bodyPr/>
          <a:lstStyle/>
          <a:p>
            <a:endParaRPr lang="en-US"/>
          </a:p>
        </p:txBody>
      </p:sp>
      <p:sp>
        <p:nvSpPr>
          <p:cNvPr id="7" name="Row label 2"/>
          <p:cNvSpPr>
            <a:spLocks noGrp="1"/>
          </p:cNvSpPr>
          <p:nvPr>
            <p:ph type="body" idx="105" hasCustomPrompt="1"/>
          </p:nvPr>
        </p:nvSpPr>
        <p:spPr>
          <a:xfrm>
            <a:off x="634594" y="3063240"/>
            <a:ext cx="1463040" cy="731520"/>
          </a:xfrm>
          <a:prstGeom prst="rect">
            <a:avLst/>
          </a:prstGeom>
          <a:noFill/>
          <a:ln/>
        </p:spPr>
        <p:txBody>
          <a:bodyPr wrap="square" lIns="0" tIns="0" rIns="0" bIns="0" rtlCol="0" anchor="t"/>
          <a:lstStyle>
            <a:lvl1pPr marL="0" indent="0" algn="l">
              <a:lnSpc>
                <a:spcPct val="10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100000"/>
              </a:lnSpc>
              <a:buNone/>
            </a:pPr>
            <a:r>
              <a:rPr lang="en-US" sz="2000" dirty="0">
                <a:solidFill>
                  <a:srgbClr val="060E1D"/>
                </a:solidFill>
                <a:latin typeface="Aptos SemiBold" pitchFamily="34" charset="0"/>
                <a:ea typeface="Aptos SemiBold" pitchFamily="34" charset="-122"/>
                <a:cs typeface="Aptos SemiBold" pitchFamily="34" charset="-120"/>
              </a:rPr>
              <a:t>Solution</a:t>
            </a:r>
            <a:endParaRPr lang="en-US" sz="2000" dirty="0"/>
          </a:p>
        </p:txBody>
      </p:sp>
      <p:sp>
        <p:nvSpPr>
          <p:cNvPr id="8" name="Row text 2"/>
          <p:cNvSpPr>
            <a:spLocks noGrp="1"/>
          </p:cNvSpPr>
          <p:nvPr>
            <p:ph type="body" idx="106" hasCustomPrompt="1"/>
          </p:nvPr>
        </p:nvSpPr>
        <p:spPr>
          <a:xfrm>
            <a:off x="2280514" y="3063240"/>
            <a:ext cx="4343400" cy="1188720"/>
          </a:xfrm>
          <a:prstGeom prst="rect">
            <a:avLst/>
          </a:prstGeom>
          <a:noFill/>
          <a:ln/>
        </p:spPr>
        <p:txBody>
          <a:bodyPr wrap="square" lIns="0" tIns="0" rIns="0" bIns="0" rtlCol="0" anchor="t"/>
          <a:lstStyle>
            <a:lvl1pPr marL="0" indent="0" algn="l">
              <a:lnSpc>
                <a:spcPct val="100000"/>
              </a:lnSpc>
              <a:buNone/>
              <a:defRPr lang="en-US" sz="1500" dirty="0">
                <a:solidFill>
                  <a:srgbClr val="060E1D"/>
                </a:solidFill>
                <a:latin typeface="Aptos" pitchFamily="34" charset="0"/>
                <a:ea typeface="Aptos" pitchFamily="34" charset="-122"/>
                <a:cs typeface="Aptos" pitchFamily="34" charset="-120"/>
              </a:defRPr>
            </a:lvl1pPr>
          </a:lstStyle>
          <a:p>
            <a:pPr marL="0" indent="0" algn="l">
              <a:lnSpc>
                <a:spcPct val="100000"/>
              </a:lnSpc>
              <a:buNone/>
            </a:pPr>
            <a:r>
              <a:rPr lang="en-US" sz="1500" dirty="0">
                <a:solidFill>
                  <a:srgbClr val="060E1D"/>
                </a:solidFill>
                <a:latin typeface="Aptos" pitchFamily="34" charset="0"/>
                <a:ea typeface="Aptos" pitchFamily="34" charset="-122"/>
                <a:cs typeface="Aptos" pitchFamily="34" charset="-120"/>
              </a:rPr>
              <a:t>Explanation, 15pt</a:t>
            </a:r>
            <a:endParaRPr lang="en-US" sz="1500" dirty="0"/>
          </a:p>
        </p:txBody>
      </p:sp>
      <p:sp>
        <p:nvSpPr>
          <p:cNvPr id="9" name="Shape 2"/>
          <p:cNvSpPr/>
          <p:nvPr/>
        </p:nvSpPr>
        <p:spPr>
          <a:xfrm>
            <a:off x="634594" y="4325112"/>
            <a:ext cx="5989320" cy="0"/>
          </a:xfrm>
          <a:prstGeom prst="line">
            <a:avLst/>
          </a:prstGeom>
          <a:noFill/>
          <a:ln w="9525">
            <a:solidFill>
              <a:srgbClr val="69DED7"/>
            </a:solidFill>
            <a:prstDash val="solid"/>
          </a:ln>
        </p:spPr>
        <p:txBody>
          <a:bodyPr/>
          <a:lstStyle/>
          <a:p>
            <a:endParaRPr lang="en-US"/>
          </a:p>
        </p:txBody>
      </p:sp>
      <p:sp>
        <p:nvSpPr>
          <p:cNvPr id="10" name="Row label 3"/>
          <p:cNvSpPr>
            <a:spLocks noGrp="1"/>
          </p:cNvSpPr>
          <p:nvPr>
            <p:ph type="body" idx="108" hasCustomPrompt="1"/>
          </p:nvPr>
        </p:nvSpPr>
        <p:spPr>
          <a:xfrm>
            <a:off x="634594" y="4434840"/>
            <a:ext cx="1463040" cy="731520"/>
          </a:xfrm>
          <a:prstGeom prst="rect">
            <a:avLst/>
          </a:prstGeom>
          <a:noFill/>
          <a:ln/>
        </p:spPr>
        <p:txBody>
          <a:bodyPr wrap="square" lIns="0" tIns="0" rIns="0" bIns="0" rtlCol="0" anchor="t"/>
          <a:lstStyle>
            <a:lvl1pPr marL="0" indent="0" algn="l">
              <a:lnSpc>
                <a:spcPct val="10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100000"/>
              </a:lnSpc>
              <a:buNone/>
            </a:pPr>
            <a:r>
              <a:rPr lang="en-US" sz="2000" dirty="0">
                <a:solidFill>
                  <a:srgbClr val="060E1D"/>
                </a:solidFill>
                <a:latin typeface="Aptos SemiBold" pitchFamily="34" charset="0"/>
                <a:ea typeface="Aptos SemiBold" pitchFamily="34" charset="-122"/>
                <a:cs typeface="Aptos SemiBold" pitchFamily="34" charset="-120"/>
              </a:rPr>
              <a:t>Why quantum</a:t>
            </a:r>
            <a:endParaRPr lang="en-US" sz="2000" dirty="0"/>
          </a:p>
        </p:txBody>
      </p:sp>
      <p:sp>
        <p:nvSpPr>
          <p:cNvPr id="11" name="Row 3"/>
          <p:cNvSpPr>
            <a:spLocks noGrp="1"/>
          </p:cNvSpPr>
          <p:nvPr>
            <p:ph type="body" idx="109" hasCustomPrompt="1"/>
          </p:nvPr>
        </p:nvSpPr>
        <p:spPr>
          <a:xfrm>
            <a:off x="2280514" y="4434840"/>
            <a:ext cx="4343400" cy="1188720"/>
          </a:xfrm>
          <a:prstGeom prst="rect">
            <a:avLst/>
          </a:prstGeom>
          <a:noFill/>
          <a:ln/>
        </p:spPr>
        <p:txBody>
          <a:bodyPr wrap="square" lIns="0" tIns="0" rIns="0" bIns="0" rtlCol="0" anchor="t"/>
          <a:lstStyle>
            <a:lvl1pPr marL="329184" indent="-329184" algn="l">
              <a:lnSpc>
                <a:spcPct val="100000"/>
              </a:lnSpc>
              <a:spcAft>
                <a:spcPts val="800"/>
              </a:spcAft>
              <a:buFont typeface="Aptos"/>
              <a:buChar char="→"/>
              <a:defRPr lang="en-US" sz="1500" dirty="0">
                <a:solidFill>
                  <a:srgbClr val="060E1D"/>
                </a:solidFill>
                <a:latin typeface="Aptos" pitchFamily="34" charset="0"/>
                <a:ea typeface="Aptos" pitchFamily="34" charset="-122"/>
                <a:cs typeface="Aptos" pitchFamily="34" charset="-120"/>
              </a:defRPr>
            </a:lvl1pPr>
          </a:lstStyle>
          <a:p>
            <a:pPr algn="l">
              <a:lnSpc>
                <a:spcPct val="100000"/>
              </a:lnSpc>
            </a:pPr>
            <a:r>
              <a:rPr lang="en-US" sz="1500" dirty="0">
                <a:solidFill>
                  <a:srgbClr val="060E1D"/>
                </a:solidFill>
                <a:latin typeface="Aptos" pitchFamily="34" charset="0"/>
                <a:ea typeface="Aptos" pitchFamily="34" charset="-122"/>
                <a:cs typeface="Aptos" pitchFamily="34" charset="-120"/>
              </a:rPr>
              <a:t>Explanation, 15pt</a:t>
            </a:r>
            <a:endParaRPr lang="en-US" sz="1500" dirty="0"/>
          </a:p>
        </p:txBody>
      </p:sp>
      <p:sp>
        <p:nvSpPr>
          <p:cNvPr id="12" name="Partner label"/>
          <p:cNvSpPr>
            <a:spLocks noGrp="1"/>
          </p:cNvSpPr>
          <p:nvPr>
            <p:ph type="body" idx="110" hasCustomPrompt="1"/>
          </p:nvPr>
        </p:nvSpPr>
        <p:spPr>
          <a:xfrm>
            <a:off x="7315200" y="548640"/>
            <a:ext cx="4241902" cy="274320"/>
          </a:xfrm>
          <a:prstGeom prst="rect">
            <a:avLst/>
          </a:prstGeom>
          <a:noFill/>
          <a:ln/>
        </p:spPr>
        <p:txBody>
          <a:bodyPr wrap="square" lIns="0" tIns="0" rIns="0" bIns="0" rtlCol="0" anchor="t"/>
          <a:lstStyle>
            <a:lvl1pPr marL="0" indent="0" algn="r">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1400" dirty="0">
                <a:solidFill>
                  <a:srgbClr val="5B6472"/>
                </a:solidFill>
                <a:latin typeface="Aptos" pitchFamily="34" charset="0"/>
                <a:ea typeface="Aptos" pitchFamily="34" charset="-122"/>
                <a:cs typeface="Aptos" pitchFamily="34" charset="-120"/>
              </a:rPr>
              <a:t>Partner</a:t>
            </a:r>
            <a:endParaRPr lang="en-US" sz="1400" dirty="0"/>
          </a:p>
        </p:txBody>
      </p:sp>
      <p:sp>
        <p:nvSpPr>
          <p:cNvPr id="13" name="Partner name"/>
          <p:cNvSpPr>
            <a:spLocks noGrp="1"/>
          </p:cNvSpPr>
          <p:nvPr>
            <p:ph type="body" idx="111" hasCustomPrompt="1"/>
          </p:nvPr>
        </p:nvSpPr>
        <p:spPr>
          <a:xfrm>
            <a:off x="7315200" y="850392"/>
            <a:ext cx="4241902" cy="329184"/>
          </a:xfrm>
          <a:prstGeom prst="rect">
            <a:avLst/>
          </a:prstGeom>
          <a:noFill/>
          <a:ln/>
        </p:spPr>
        <p:txBody>
          <a:bodyPr wrap="square" lIns="0" tIns="0" rIns="0" bIns="0" rtlCol="0" anchor="t"/>
          <a:lstStyle>
            <a:lvl1pPr marL="0" indent="0" algn="r">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r">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[Partner name]</a:t>
            </a:r>
            <a:endParaRPr lang="en-US" sz="1800" dirty="0"/>
          </a:p>
        </p:txBody>
      </p:sp>
      <p:sp>
        <p:nvSpPr>
          <p:cNvPr id="14" name="Figure"/>
          <p:cNvSpPr>
            <a:spLocks noGrp="1"/>
          </p:cNvSpPr>
          <p:nvPr>
            <p:ph type="pic" idx="112" hasCustomPrompt="1"/>
          </p:nvPr>
        </p:nvSpPr>
        <p:spPr>
          <a:xfrm>
            <a:off x="7315200" y="1463040"/>
            <a:ext cx="4241902" cy="429768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figure or screenshot</a:t>
            </a:r>
            <a:endParaRPr lang="en-US" sz="1600" dirty="0"/>
          </a:p>
        </p:txBody>
      </p:sp>
      <p:pic>
        <p:nvPicPr>
          <p:cNvPr id="15"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16" name="Text 3"/>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7" name="Source"/>
          <p:cNvSpPr>
            <a:spLocks noGrp="1"/>
          </p:cNvSpPr>
          <p:nvPr>
            <p:ph type="body" idx="115" hasCustomPrompt="1"/>
          </p:nvPr>
        </p:nvSpPr>
        <p:spPr>
          <a:xfrm>
            <a:off x="3017520" y="6208776"/>
            <a:ext cx="3108960"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Research · paper + figure">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949440" y="0"/>
            <a:ext cx="5242255" cy="6858000"/>
          </a:xfrm>
          <a:prstGeom prst="rect">
            <a:avLst/>
          </a:prstGeom>
          <a:solidFill>
            <a:srgbClr val="F3F4F5"/>
          </a:solidFill>
          <a:ln/>
        </p:spPr>
        <p:txBody>
          <a:bodyPr wrap="square" lIns="0" tIns="0" rIns="0" bIns="0" rtlCol="0" anchor="ctr"/>
          <a:lstStyle/>
          <a:p>
            <a:pPr marL="0" indent="0" algn="ctr">
              <a:lnSpc>
                <a:spcPct val="80000"/>
              </a:lnSpc>
              <a:buNone/>
            </a:pPr>
            <a:endParaRPr lang="en-US" sz="1400" dirty="0"/>
          </a:p>
        </p:txBody>
      </p:sp>
      <p:sp>
        <p:nvSpPr>
          <p:cNvPr id="3" name="Title"/>
          <p:cNvSpPr>
            <a:spLocks noGrp="1"/>
          </p:cNvSpPr>
          <p:nvPr>
            <p:ph type="title" idx="101" hasCustomPrompt="1"/>
          </p:nvPr>
        </p:nvSpPr>
        <p:spPr>
          <a:xfrm>
            <a:off x="634594" y="457200"/>
            <a:ext cx="6035040"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4" name="Pill journal"/>
          <p:cNvSpPr>
            <a:spLocks noGrp="1"/>
          </p:cNvSpPr>
          <p:nvPr>
            <p:ph type="body" idx="102" hasCustomPrompt="1"/>
          </p:nvPr>
        </p:nvSpPr>
        <p:spPr>
          <a:xfrm>
            <a:off x="634594" y="1691640"/>
            <a:ext cx="2194560" cy="365760"/>
          </a:xfrm>
          <a:prstGeom prst="roundRect">
            <a:avLst>
              <a:gd name="adj" fmla="val 50000"/>
            </a:avLst>
          </a:prstGeom>
          <a:solidFill>
            <a:srgbClr val="69DED7"/>
          </a:solidFill>
          <a:ln>
            <a:noFill/>
          </a:ln>
        </p:spPr>
        <p:txBody>
          <a:bodyPr wrap="square" lIns="0" tIns="0" rIns="0" bIns="0" rtlCol="0" anchor="ctr"/>
          <a:lstStyle>
            <a:lvl1pPr marL="0" indent="0" algn="ctr">
              <a:lnSpc>
                <a:spcPct val="100000"/>
              </a:lnSpc>
              <a:buNone/>
              <a:defRPr lang="en-US" sz="1300" dirty="0">
                <a:solidFill>
                  <a:srgbClr val="060E1D"/>
                </a:solidFill>
                <a:latin typeface="Aptos" pitchFamily="34" charset="0"/>
                <a:ea typeface="Aptos" pitchFamily="34" charset="-122"/>
                <a:cs typeface="Aptos" pitchFamily="34" charset="-120"/>
              </a:defRPr>
            </a:lvl1pPr>
          </a:lstStyle>
          <a:p>
            <a:pPr marL="0" indent="0" algn="ctr">
              <a:lnSpc>
                <a:spcPct val="100000"/>
              </a:lnSpc>
              <a:buNone/>
            </a:pPr>
            <a:r>
              <a:rPr lang="en-US" sz="1300" dirty="0">
                <a:solidFill>
                  <a:srgbClr val="060E1D"/>
                </a:solidFill>
                <a:latin typeface="Aptos" pitchFamily="34" charset="0"/>
                <a:ea typeface="Aptos" pitchFamily="34" charset="-122"/>
                <a:cs typeface="Aptos" pitchFamily="34" charset="-120"/>
              </a:rPr>
              <a:t>Journal · year</a:t>
            </a:r>
            <a:endParaRPr lang="en-US" sz="1300" dirty="0"/>
          </a:p>
        </p:txBody>
      </p:sp>
      <p:sp>
        <p:nvSpPr>
          <p:cNvPr id="5" name="Paper title"/>
          <p:cNvSpPr>
            <a:spLocks noGrp="1"/>
          </p:cNvSpPr>
          <p:nvPr>
            <p:ph type="body" idx="103" hasCustomPrompt="1"/>
          </p:nvPr>
        </p:nvSpPr>
        <p:spPr>
          <a:xfrm>
            <a:off x="634594" y="2240280"/>
            <a:ext cx="5852160" cy="914400"/>
          </a:xfrm>
          <a:prstGeom prst="rect">
            <a:avLst/>
          </a:prstGeom>
          <a:noFill/>
          <a:ln/>
        </p:spPr>
        <p:txBody>
          <a:bodyPr wrap="square" lIns="0" tIns="0" rIns="0" bIns="0" rtlCol="0" anchor="t"/>
          <a:lstStyle>
            <a:lvl1pPr marL="0" indent="0" algn="l">
              <a:lnSpc>
                <a:spcPct val="80000"/>
              </a:lnSpc>
              <a:buNone/>
              <a:defRPr lang="en-US" sz="2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2400" dirty="0">
                <a:solidFill>
                  <a:srgbClr val="060E1D"/>
                </a:solidFill>
                <a:latin typeface="Aptos Display" pitchFamily="34" charset="0"/>
                <a:ea typeface="Aptos Display" pitchFamily="34" charset="-122"/>
                <a:cs typeface="Aptos Display" pitchFamily="34" charset="-120"/>
              </a:rPr>
              <a:t>Paper title</a:t>
            </a:r>
            <a:endParaRPr lang="en-US" sz="2400" dirty="0"/>
          </a:p>
        </p:txBody>
      </p:sp>
      <p:sp>
        <p:nvSpPr>
          <p:cNvPr id="6" name="Authors"/>
          <p:cNvSpPr>
            <a:spLocks noGrp="1"/>
          </p:cNvSpPr>
          <p:nvPr>
            <p:ph type="body" idx="104" hasCustomPrompt="1"/>
          </p:nvPr>
        </p:nvSpPr>
        <p:spPr>
          <a:xfrm>
            <a:off x="634594" y="3200400"/>
            <a:ext cx="5852160" cy="365760"/>
          </a:xfrm>
          <a:prstGeom prst="rect">
            <a:avLst/>
          </a:prstGeom>
          <a:noFill/>
          <a:ln/>
        </p:spPr>
        <p:txBody>
          <a:bodyPr wrap="square" lIns="0" tIns="0" rIns="0" bIns="0" rtlCol="0" anchor="t"/>
          <a:lstStyle>
            <a:lvl1pPr marL="0" indent="0" algn="l">
              <a:lnSpc>
                <a:spcPct val="80000"/>
              </a:lnSpc>
              <a:buNone/>
              <a:defRPr lang="en-US" sz="14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400" dirty="0">
                <a:solidFill>
                  <a:srgbClr val="5B6472"/>
                </a:solidFill>
                <a:latin typeface="Aptos" pitchFamily="34" charset="0"/>
                <a:ea typeface="Aptos" pitchFamily="34" charset="-122"/>
                <a:cs typeface="Aptos" pitchFamily="34" charset="-120"/>
              </a:rPr>
              <a:t>Authors</a:t>
            </a:r>
            <a:endParaRPr lang="en-US" sz="1400" dirty="0"/>
          </a:p>
        </p:txBody>
      </p:sp>
      <p:sp>
        <p:nvSpPr>
          <p:cNvPr id="7" name="Shape 1"/>
          <p:cNvSpPr/>
          <p:nvPr/>
        </p:nvSpPr>
        <p:spPr>
          <a:xfrm>
            <a:off x="634594" y="3703320"/>
            <a:ext cx="5852160" cy="0"/>
          </a:xfrm>
          <a:prstGeom prst="line">
            <a:avLst/>
          </a:prstGeom>
          <a:noFill/>
          <a:ln w="9525">
            <a:solidFill>
              <a:srgbClr val="C9CED6"/>
            </a:solidFill>
            <a:prstDash val="dash"/>
          </a:ln>
        </p:spPr>
        <p:txBody>
          <a:bodyPr/>
          <a:lstStyle/>
          <a:p>
            <a:endParaRPr lang="en-US"/>
          </a:p>
        </p:txBody>
      </p:sp>
      <p:sp>
        <p:nvSpPr>
          <p:cNvPr id="8" name="Findings"/>
          <p:cNvSpPr>
            <a:spLocks noGrp="1"/>
          </p:cNvSpPr>
          <p:nvPr>
            <p:ph type="body" idx="106" hasCustomPrompt="1"/>
          </p:nvPr>
        </p:nvSpPr>
        <p:spPr>
          <a:xfrm>
            <a:off x="634594" y="3886200"/>
            <a:ext cx="5852160" cy="1645920"/>
          </a:xfrm>
          <a:prstGeom prst="rect">
            <a:avLst/>
          </a:prstGeom>
          <a:noFill/>
          <a:ln/>
        </p:spPr>
        <p:txBody>
          <a:bodyPr wrap="square" lIns="0" tIns="0" rIns="0" bIns="0" rtlCol="0" anchor="t"/>
          <a:lstStyle>
            <a:lvl1pPr marL="329184" indent="-329184" algn="l">
              <a:lnSpc>
                <a:spcPct val="80000"/>
              </a:lnSpc>
              <a:spcAft>
                <a:spcPts val="800"/>
              </a:spcAft>
              <a:buSzPct val="125000"/>
              <a:buBlip>
                <a:blip r:embed="rId2"/>
              </a:buBlip>
              <a:defRPr lang="en-US" sz="1600" dirty="0">
                <a:solidFill>
                  <a:srgbClr val="060E1D"/>
                </a:solidFill>
                <a:latin typeface="Aptos" pitchFamily="34" charset="0"/>
                <a:ea typeface="Aptos" pitchFamily="34" charset="-122"/>
                <a:cs typeface="Aptos" pitchFamily="34" charset="-120"/>
              </a:defRPr>
            </a:lvl1pPr>
          </a:lstStyle>
          <a:p>
            <a:pPr algn="l">
              <a:lnSpc>
                <a:spcPct val="80000"/>
              </a:lnSpc>
            </a:pPr>
            <a:r>
              <a:rPr lang="en-US" sz="1600" dirty="0">
                <a:solidFill>
                  <a:srgbClr val="060E1D"/>
                </a:solidFill>
                <a:latin typeface="Aptos" pitchFamily="34" charset="0"/>
                <a:ea typeface="Aptos" pitchFamily="34" charset="-122"/>
                <a:cs typeface="Aptos" pitchFamily="34" charset="-120"/>
              </a:rPr>
              <a:t>Key finding</a:t>
            </a:r>
            <a:endParaRPr lang="en-US" sz="1600" dirty="0"/>
          </a:p>
        </p:txBody>
      </p:sp>
      <p:sp>
        <p:nvSpPr>
          <p:cNvPr id="9" name="Citation"/>
          <p:cNvSpPr>
            <a:spLocks noGrp="1"/>
          </p:cNvSpPr>
          <p:nvPr>
            <p:ph type="body" idx="107" hasCustomPrompt="1"/>
          </p:nvPr>
        </p:nvSpPr>
        <p:spPr>
          <a:xfrm>
            <a:off x="634594" y="5532120"/>
            <a:ext cx="5852160" cy="320040"/>
          </a:xfrm>
          <a:prstGeom prst="rect">
            <a:avLst/>
          </a:prstGeom>
          <a:noFill/>
          <a:ln/>
        </p:spPr>
        <p:txBody>
          <a:bodyPr wrap="square" lIns="0" tIns="0" rIns="0" bIns="0" rtlCol="0" anchor="t"/>
          <a:lstStyle>
            <a:lvl1pPr marL="0" indent="0" algn="l">
              <a:lnSpc>
                <a:spcPct val="80000"/>
              </a:lnSpc>
              <a:buNone/>
              <a:defRPr lang="en-US" sz="12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200" dirty="0">
                <a:solidFill>
                  <a:srgbClr val="5B6472"/>
                </a:solidFill>
                <a:latin typeface="Aptos" pitchFamily="34" charset="0"/>
                <a:ea typeface="Aptos" pitchFamily="34" charset="-122"/>
                <a:cs typeface="Aptos" pitchFamily="34" charset="-120"/>
              </a:rPr>
              <a:t>DOI or link</a:t>
            </a:r>
            <a:endParaRPr lang="en-US" sz="1200" dirty="0"/>
          </a:p>
        </p:txBody>
      </p:sp>
      <p:sp>
        <p:nvSpPr>
          <p:cNvPr id="10" name="Figure"/>
          <p:cNvSpPr>
            <a:spLocks noGrp="1"/>
          </p:cNvSpPr>
          <p:nvPr>
            <p:ph type="pic" idx="108" hasCustomPrompt="1"/>
          </p:nvPr>
        </p:nvSpPr>
        <p:spPr>
          <a:xfrm>
            <a:off x="7315200" y="914400"/>
            <a:ext cx="4241902" cy="443484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figure or screenshot</a:t>
            </a:r>
            <a:endParaRPr lang="en-US" sz="1600" dirty="0"/>
          </a:p>
        </p:txBody>
      </p:sp>
      <p:sp>
        <p:nvSpPr>
          <p:cNvPr id="11" name="Figure caption"/>
          <p:cNvSpPr>
            <a:spLocks noGrp="1"/>
          </p:cNvSpPr>
          <p:nvPr>
            <p:ph type="body" idx="109" hasCustomPrompt="1"/>
          </p:nvPr>
        </p:nvSpPr>
        <p:spPr>
          <a:xfrm>
            <a:off x="7315200" y="5486400"/>
            <a:ext cx="4241902" cy="411480"/>
          </a:xfrm>
          <a:prstGeom prst="rect">
            <a:avLst/>
          </a:prstGeom>
          <a:noFill/>
          <a:ln/>
        </p:spPr>
        <p:txBody>
          <a:bodyPr wrap="square" lIns="0" tIns="0" rIns="0" bIns="0" rtlCol="0" anchor="t"/>
          <a:lstStyle>
            <a:lvl1pPr marL="0" indent="0" algn="l">
              <a:lnSpc>
                <a:spcPct val="80000"/>
              </a:lnSpc>
              <a:buNone/>
              <a:defRPr lang="en-US" sz="12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200" dirty="0">
                <a:solidFill>
                  <a:srgbClr val="5B6472"/>
                </a:solidFill>
                <a:latin typeface="Aptos" pitchFamily="34" charset="0"/>
                <a:ea typeface="Aptos" pitchFamily="34" charset="-122"/>
                <a:cs typeface="Aptos" pitchFamily="34" charset="-120"/>
              </a:rPr>
              <a:t>Figure caption, 12pt</a:t>
            </a:r>
            <a:endParaRPr lang="en-US" sz="1200" dirty="0"/>
          </a:p>
        </p:txBody>
      </p:sp>
      <p:pic>
        <p:nvPicPr>
          <p:cNvPr id="12" name="Image 0" descr="assets/logo_dark.png"/>
          <p:cNvPicPr>
            <a:picLocks noChangeAspect="1"/>
          </p:cNvPicPr>
          <p:nvPr/>
        </p:nvPicPr>
        <p:blipFill>
          <a:blip r:embed="rId3"/>
          <a:stretch>
            <a:fillRect/>
          </a:stretch>
        </p:blipFill>
        <p:spPr>
          <a:xfrm>
            <a:off x="634594" y="6233465"/>
            <a:ext cx="636422" cy="225857"/>
          </a:xfrm>
          <a:prstGeom prst="rect">
            <a:avLst/>
          </a:prstGeom>
        </p:spPr>
      </p:pic>
      <p:sp>
        <p:nvSpPr>
          <p:cNvPr id="13" name="Text 2"/>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4" name="Source"/>
          <p:cNvSpPr>
            <a:spLocks noGrp="1"/>
          </p:cNvSpPr>
          <p:nvPr>
            <p:ph type="body" idx="112" hasCustomPrompt="1"/>
          </p:nvPr>
        </p:nvSpPr>
        <p:spPr>
          <a:xfrm>
            <a:off x="3017520" y="6208776"/>
            <a:ext cx="3108960"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Research · large figure">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Text 0"/>
          <p:cNvSpPr/>
          <p:nvPr/>
        </p:nvSpPr>
        <p:spPr>
          <a:xfrm>
            <a:off x="634594" y="1691640"/>
            <a:ext cx="7589520" cy="4206240"/>
          </a:xfrm>
          <a:prstGeom prst="rect">
            <a:avLst/>
          </a:prstGeom>
          <a:solidFill>
            <a:srgbClr val="F3F4F5"/>
          </a:solidFill>
          <a:ln/>
        </p:spPr>
        <p:txBody>
          <a:bodyPr wrap="square" lIns="0" tIns="0" rIns="0" bIns="0" rtlCol="0" anchor="ctr"/>
          <a:lstStyle/>
          <a:p>
            <a:pPr marL="0" indent="0" algn="ctr">
              <a:lnSpc>
                <a:spcPct val="80000"/>
              </a:lnSpc>
              <a:buNone/>
            </a:pPr>
            <a:endParaRPr lang="en-US" sz="1400" dirty="0"/>
          </a:p>
        </p:txBody>
      </p:sp>
      <p:sp>
        <p:nvSpPr>
          <p:cNvPr id="4" name="Figure"/>
          <p:cNvSpPr>
            <a:spLocks noGrp="1"/>
          </p:cNvSpPr>
          <p:nvPr>
            <p:ph type="pic" idx="102" hasCustomPrompt="1"/>
          </p:nvPr>
        </p:nvSpPr>
        <p:spPr>
          <a:xfrm>
            <a:off x="634594" y="1691640"/>
            <a:ext cx="7589520" cy="4206240"/>
          </a:xfrm>
          <a:prstGeom prst="rect">
            <a:avLst/>
          </a:prstGeom>
          <a:solidFill>
            <a:srgbClr val="F3F4F5"/>
          </a:solidFill>
          <a:ln>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Add a figure or screenshot</a:t>
            </a:r>
            <a:endParaRPr lang="en-US" sz="1600" dirty="0"/>
          </a:p>
        </p:txBody>
      </p:sp>
      <p:sp>
        <p:nvSpPr>
          <p:cNvPr id="5" name="Text 1"/>
          <p:cNvSpPr/>
          <p:nvPr/>
        </p:nvSpPr>
        <p:spPr>
          <a:xfrm>
            <a:off x="8503920" y="1691640"/>
            <a:ext cx="3053182" cy="4206240"/>
          </a:xfrm>
          <a:prstGeom prst="roundRect">
            <a:avLst>
              <a:gd name="adj" fmla="val 2995"/>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6" name="Figure heading"/>
          <p:cNvSpPr>
            <a:spLocks noGrp="1"/>
          </p:cNvSpPr>
          <p:nvPr>
            <p:ph type="body" idx="104" hasCustomPrompt="1"/>
          </p:nvPr>
        </p:nvSpPr>
        <p:spPr>
          <a:xfrm>
            <a:off x="8823960" y="2011680"/>
            <a:ext cx="2458822" cy="36576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Figure 1</a:t>
            </a:r>
            <a:endParaRPr lang="en-US" sz="2000" dirty="0"/>
          </a:p>
        </p:txBody>
      </p:sp>
      <p:sp>
        <p:nvSpPr>
          <p:cNvPr id="7" name="Figure notes"/>
          <p:cNvSpPr>
            <a:spLocks noGrp="1"/>
          </p:cNvSpPr>
          <p:nvPr>
            <p:ph type="body" idx="105" hasCustomPrompt="1"/>
          </p:nvPr>
        </p:nvSpPr>
        <p:spPr>
          <a:xfrm>
            <a:off x="8823960" y="2560320"/>
            <a:ext cx="2458822" cy="3063240"/>
          </a:xfrm>
          <a:prstGeom prst="rect">
            <a:avLst/>
          </a:prstGeom>
          <a:noFill/>
          <a:ln/>
        </p:spPr>
        <p:txBody>
          <a:bodyPr wrap="square" lIns="0" tIns="0" rIns="0" bIns="0" rtlCol="0" anchor="t"/>
          <a:lstStyle>
            <a:lvl1pPr marL="329184" indent="-329184" algn="l">
              <a:lnSpc>
                <a:spcPct val="80000"/>
              </a:lnSpc>
              <a:spcAft>
                <a:spcPts val="800"/>
              </a:spcAft>
              <a:buSzPct val="125000"/>
              <a:buBlip>
                <a:blip r:embed="rId2"/>
              </a:buBlip>
              <a:defRPr lang="en-US" sz="1600" dirty="0">
                <a:solidFill>
                  <a:srgbClr val="060E1D"/>
                </a:solidFill>
                <a:latin typeface="Aptos" pitchFamily="34" charset="0"/>
                <a:ea typeface="Aptos" pitchFamily="34" charset="-122"/>
                <a:cs typeface="Aptos" pitchFamily="34" charset="-120"/>
              </a:defRPr>
            </a:lvl1pPr>
          </a:lstStyle>
          <a:p>
            <a:pPr algn="l">
              <a:lnSpc>
                <a:spcPct val="80000"/>
              </a:lnSpc>
            </a:pPr>
            <a:r>
              <a:rPr lang="en-US" sz="1600" dirty="0">
                <a:solidFill>
                  <a:srgbClr val="060E1D"/>
                </a:solidFill>
                <a:latin typeface="Aptos" pitchFamily="34" charset="0"/>
                <a:ea typeface="Aptos" pitchFamily="34" charset="-122"/>
                <a:cs typeface="Aptos" pitchFamily="34" charset="-120"/>
              </a:rPr>
              <a:t>What the figure shows</a:t>
            </a:r>
            <a:endParaRPr lang="en-US" sz="1600" dirty="0"/>
          </a:p>
        </p:txBody>
      </p:sp>
      <p:pic>
        <p:nvPicPr>
          <p:cNvPr id="8" name="Image 0" descr="assets/logo_dark.png"/>
          <p:cNvPicPr>
            <a:picLocks noChangeAspect="1"/>
          </p:cNvPicPr>
          <p:nvPr/>
        </p:nvPicPr>
        <p:blipFill>
          <a:blip r:embed="rId3"/>
          <a:stretch>
            <a:fillRect/>
          </a:stretch>
        </p:blipFill>
        <p:spPr>
          <a:xfrm>
            <a:off x="634594" y="6233465"/>
            <a:ext cx="636422" cy="225857"/>
          </a:xfrm>
          <a:prstGeom prst="rect">
            <a:avLst/>
          </a:prstGeom>
        </p:spPr>
      </p:pic>
      <p:sp>
        <p:nvSpPr>
          <p:cNvPr id="9" name="Text 2"/>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10" name="Source"/>
          <p:cNvSpPr>
            <a:spLocks noGrp="1"/>
          </p:cNvSpPr>
          <p:nvPr>
            <p:ph type="body" idx="108"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hart + takeaways">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Chart"/>
          <p:cNvSpPr>
            <a:spLocks noGrp="1"/>
          </p:cNvSpPr>
          <p:nvPr>
            <p:ph type="chart" idx="101" hasCustomPrompt="1"/>
          </p:nvPr>
        </p:nvSpPr>
        <p:spPr>
          <a:xfrm>
            <a:off x="634594" y="1691640"/>
            <a:ext cx="6858000" cy="420624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endParaRPr lang="en-US" sz="1600" dirty="0"/>
          </a:p>
        </p:txBody>
      </p:sp>
      <p:sp>
        <p:nvSpPr>
          <p:cNvPr id="4" name="Text 0"/>
          <p:cNvSpPr/>
          <p:nvPr/>
        </p:nvSpPr>
        <p:spPr>
          <a:xfrm>
            <a:off x="7818120" y="1691640"/>
            <a:ext cx="3738982" cy="4206240"/>
          </a:xfrm>
          <a:prstGeom prst="roundRect">
            <a:avLst>
              <a:gd name="adj" fmla="val 2446"/>
            </a:avLst>
          </a:prstGeom>
          <a:solidFill>
            <a:srgbClr val="F6F7F8"/>
          </a:solidFill>
          <a:ln/>
        </p:spPr>
        <p:txBody>
          <a:bodyPr wrap="square" lIns="0" tIns="0" rIns="0" bIns="0" rtlCol="0" anchor="ctr"/>
          <a:lstStyle/>
          <a:p>
            <a:pPr marL="0" indent="0" algn="ctr">
              <a:lnSpc>
                <a:spcPct val="80000"/>
              </a:lnSpc>
              <a:buNone/>
            </a:pPr>
            <a:endParaRPr lang="en-US" sz="1400" dirty="0"/>
          </a:p>
        </p:txBody>
      </p:sp>
      <p:sp>
        <p:nvSpPr>
          <p:cNvPr id="5" name="Takeaway heading"/>
          <p:cNvSpPr>
            <a:spLocks noGrp="1"/>
          </p:cNvSpPr>
          <p:nvPr>
            <p:ph type="body" idx="103" hasCustomPrompt="1"/>
          </p:nvPr>
        </p:nvSpPr>
        <p:spPr>
          <a:xfrm>
            <a:off x="8138160" y="2011680"/>
            <a:ext cx="3098902" cy="411480"/>
          </a:xfrm>
          <a:prstGeom prst="rect">
            <a:avLst/>
          </a:prstGeom>
          <a:noFill/>
          <a:ln/>
        </p:spPr>
        <p:txBody>
          <a:bodyPr wrap="square" lIns="0" tIns="0" rIns="0" bIns="0" rtlCol="0" anchor="t"/>
          <a:lstStyle>
            <a:lvl1pPr marL="0" indent="0" algn="l">
              <a:lnSpc>
                <a:spcPct val="80000"/>
              </a:lnSpc>
              <a:buNone/>
              <a:defRPr lang="en-US" sz="20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2000" dirty="0">
                <a:solidFill>
                  <a:srgbClr val="060E1D"/>
                </a:solidFill>
                <a:latin typeface="Aptos SemiBold" pitchFamily="34" charset="0"/>
                <a:ea typeface="Aptos SemiBold" pitchFamily="34" charset="-122"/>
                <a:cs typeface="Aptos SemiBold" pitchFamily="34" charset="-120"/>
              </a:rPr>
              <a:t>Key takeaways</a:t>
            </a:r>
            <a:endParaRPr lang="en-US" sz="2000" dirty="0"/>
          </a:p>
        </p:txBody>
      </p:sp>
      <p:sp>
        <p:nvSpPr>
          <p:cNvPr id="6" name="Takeaway body"/>
          <p:cNvSpPr>
            <a:spLocks noGrp="1"/>
          </p:cNvSpPr>
          <p:nvPr>
            <p:ph type="body" idx="104" hasCustomPrompt="1"/>
          </p:nvPr>
        </p:nvSpPr>
        <p:spPr>
          <a:xfrm>
            <a:off x="8138160" y="2560320"/>
            <a:ext cx="3098902" cy="3063240"/>
          </a:xfrm>
          <a:prstGeom prst="rect">
            <a:avLst/>
          </a:prstGeom>
          <a:noFill/>
          <a:ln/>
        </p:spPr>
        <p:txBody>
          <a:bodyPr wrap="square" lIns="0" tIns="0" rIns="0" bIns="0" rtlCol="0" anchor="t"/>
          <a:lstStyle>
            <a:lvl1pPr marL="329184" indent="-329184" algn="l">
              <a:lnSpc>
                <a:spcPct val="80000"/>
              </a:lnSpc>
              <a:spcAft>
                <a:spcPts val="800"/>
              </a:spcAft>
              <a:buSzPct val="125000"/>
              <a:buBlip>
                <a:blip r:embed="rId2"/>
              </a:buBlip>
              <a:defRPr lang="en-US" sz="1600" dirty="0">
                <a:solidFill>
                  <a:srgbClr val="060E1D"/>
                </a:solidFill>
                <a:latin typeface="Aptos" pitchFamily="34" charset="0"/>
                <a:ea typeface="Aptos" pitchFamily="34" charset="-122"/>
                <a:cs typeface="Aptos" pitchFamily="34" charset="-120"/>
              </a:defRPr>
            </a:lvl1pPr>
          </a:lstStyle>
          <a:p>
            <a:pPr algn="l">
              <a:lnSpc>
                <a:spcPct val="80000"/>
              </a:lnSpc>
            </a:pPr>
            <a:r>
              <a:rPr lang="en-US" sz="1600" dirty="0">
                <a:solidFill>
                  <a:srgbClr val="060E1D"/>
                </a:solidFill>
                <a:latin typeface="Aptos" pitchFamily="34" charset="0"/>
                <a:ea typeface="Aptos" pitchFamily="34" charset="-122"/>
                <a:cs typeface="Aptos" pitchFamily="34" charset="-120"/>
              </a:rPr>
              <a:t>Takeaway</a:t>
            </a:r>
            <a:endParaRPr lang="en-US" sz="1600" dirty="0"/>
          </a:p>
        </p:txBody>
      </p:sp>
      <p:pic>
        <p:nvPicPr>
          <p:cNvPr id="7" name="Image 0" descr="assets/logo_dark.png"/>
          <p:cNvPicPr>
            <a:picLocks noChangeAspect="1"/>
          </p:cNvPicPr>
          <p:nvPr/>
        </p:nvPicPr>
        <p:blipFill>
          <a:blip r:embed="rId3"/>
          <a:stretch>
            <a:fillRect/>
          </a:stretch>
        </p:blipFill>
        <p:spPr>
          <a:xfrm>
            <a:off x="634594" y="6233465"/>
            <a:ext cx="636422" cy="225857"/>
          </a:xfrm>
          <a:prstGeom prst="rect">
            <a:avLst/>
          </a:prstGeom>
        </p:spPr>
      </p:pic>
      <p:sp>
        <p:nvSpPr>
          <p:cNvPr id="8" name="Text 1"/>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9" name="Source"/>
          <p:cNvSpPr>
            <a:spLocks noGrp="1"/>
          </p:cNvSpPr>
          <p:nvPr>
            <p:ph type="body" idx="107"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hart · full width">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Chart"/>
          <p:cNvSpPr>
            <a:spLocks noGrp="1"/>
          </p:cNvSpPr>
          <p:nvPr>
            <p:ph type="chart" idx="101" hasCustomPrompt="1"/>
          </p:nvPr>
        </p:nvSpPr>
        <p:spPr>
          <a:xfrm>
            <a:off x="634594" y="1691640"/>
            <a:ext cx="10922508" cy="420624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endParaRPr lang="en-US" sz="1600" dirty="0"/>
          </a:p>
        </p:txBody>
      </p:sp>
      <p:pic>
        <p:nvPicPr>
          <p:cNvPr id="4"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5"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6" name="Source"/>
          <p:cNvSpPr>
            <a:spLocks noGrp="1"/>
          </p:cNvSpPr>
          <p:nvPr>
            <p:ph type="body" idx="104"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able">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457200"/>
            <a:ext cx="10922508" cy="1051560"/>
          </a:xfrm>
          <a:prstGeom prst="rect">
            <a:avLst/>
          </a:prstGeom>
          <a:noFill/>
          <a:ln/>
        </p:spPr>
        <p:txBody>
          <a:bodyPr wrap="square" lIns="0" tIns="0" rIns="0" bIns="0" rtlCol="0" anchor="t"/>
          <a:lstStyle>
            <a:lvl1pPr marL="0" indent="0" algn="l">
              <a:lnSpc>
                <a:spcPct val="80000"/>
              </a:lnSpc>
              <a:buNone/>
              <a:defRPr lang="en-US" sz="4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060E1D"/>
                </a:solidFill>
                <a:latin typeface="Aptos Display" pitchFamily="34" charset="0"/>
                <a:ea typeface="Aptos Display" pitchFamily="34" charset="-122"/>
                <a:cs typeface="Aptos Display" pitchFamily="34" charset="-120"/>
              </a:rPr>
              <a:t>Slide title in sentence case, up to two lines</a:t>
            </a:r>
            <a:endParaRPr lang="en-US" sz="4400" dirty="0"/>
          </a:p>
        </p:txBody>
      </p:sp>
      <p:sp>
        <p:nvSpPr>
          <p:cNvPr id="3" name="Table"/>
          <p:cNvSpPr>
            <a:spLocks noGrp="1"/>
          </p:cNvSpPr>
          <p:nvPr>
            <p:ph type="tbl" idx="101" hasCustomPrompt="1"/>
          </p:nvPr>
        </p:nvSpPr>
        <p:spPr>
          <a:xfrm>
            <a:off x="634594" y="1691640"/>
            <a:ext cx="10922508" cy="4206240"/>
          </a:xfrm>
          <a:prstGeom prst="rect">
            <a:avLst/>
          </a:prstGeom>
          <a:noFill/>
          <a:ln/>
        </p:spPr>
        <p:txBody>
          <a:bodyPr wrap="square" lIns="0" tIns="0" rIns="0" bIns="0" rtlCol="0" anchor="t"/>
          <a:lstStyle>
            <a:lvl1pPr marL="0" indent="0" algn="l">
              <a:lnSpc>
                <a:spcPct val="80000"/>
              </a:lnSpc>
              <a:buNone/>
              <a:defRPr lang="en-US" sz="1600" dirty="0">
                <a:solidFill>
                  <a:srgbClr val="060E1D"/>
                </a:solidFill>
                <a:latin typeface="Aptos" pitchFamily="34" charset="0"/>
                <a:ea typeface="Aptos" pitchFamily="34" charset="-122"/>
                <a:cs typeface="Aptos" pitchFamily="34" charset="-120"/>
              </a:defRPr>
            </a:lvl1pPr>
          </a:lstStyle>
          <a:p>
            <a:pPr marL="0" indent="0" algn="l">
              <a:lnSpc>
                <a:spcPct val="80000"/>
              </a:lnSpc>
              <a:buNone/>
            </a:pPr>
            <a:endParaRPr lang="en-US" sz="1600" dirty="0"/>
          </a:p>
        </p:txBody>
      </p:sp>
      <p:pic>
        <p:nvPicPr>
          <p:cNvPr id="4"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5"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6" name="Source"/>
          <p:cNvSpPr>
            <a:spLocks noGrp="1"/>
          </p:cNvSpPr>
          <p:nvPr>
            <p:ph type="body" idx="104"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Quote · dark patter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34594" y="640080"/>
            <a:ext cx="1097280" cy="1097280"/>
          </a:xfrm>
          <a:prstGeom prst="rect">
            <a:avLst/>
          </a:prstGeom>
          <a:noFill/>
          <a:ln/>
        </p:spPr>
        <p:txBody>
          <a:bodyPr wrap="square" lIns="0" tIns="0" rIns="0" bIns="0" rtlCol="0" anchor="t"/>
          <a:lstStyle/>
          <a:p>
            <a:pPr marL="0" indent="0">
              <a:lnSpc>
                <a:spcPct val="80000"/>
              </a:lnSpc>
              <a:buNone/>
            </a:pPr>
            <a:r>
              <a:rPr lang="en-US" sz="12000" dirty="0">
                <a:solidFill>
                  <a:srgbClr val="69DED7"/>
                </a:solidFill>
                <a:latin typeface="Aptos Display" pitchFamily="34" charset="0"/>
                <a:ea typeface="Aptos Display" pitchFamily="34" charset="-122"/>
                <a:cs typeface="Aptos Display" pitchFamily="34" charset="-120"/>
              </a:rPr>
              <a:t>“</a:t>
            </a:r>
            <a:endParaRPr lang="en-US" sz="12000" dirty="0"/>
          </a:p>
        </p:txBody>
      </p:sp>
      <p:sp>
        <p:nvSpPr>
          <p:cNvPr id="3" name="Quote"/>
          <p:cNvSpPr>
            <a:spLocks noGrp="1"/>
          </p:cNvSpPr>
          <p:nvPr>
            <p:ph type="body" idx="101" hasCustomPrompt="1"/>
          </p:nvPr>
        </p:nvSpPr>
        <p:spPr>
          <a:xfrm>
            <a:off x="634594" y="1691640"/>
            <a:ext cx="5852160" cy="2651760"/>
          </a:xfrm>
          <a:prstGeom prst="rect">
            <a:avLst/>
          </a:prstGeom>
          <a:noFill/>
          <a:ln/>
        </p:spPr>
        <p:txBody>
          <a:bodyPr wrap="square" lIns="0" tIns="0" rIns="0" bIns="0" rtlCol="0" anchor="t"/>
          <a:lstStyle>
            <a:lvl1pPr marL="0" indent="0" algn="l">
              <a:lnSpc>
                <a:spcPct val="80000"/>
              </a:lnSpc>
              <a:buNone/>
              <a:defRPr lang="en-US" sz="3400" dirty="0">
                <a:solidFill>
                  <a:srgbClr val="FFFFFF"/>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3400" dirty="0">
                <a:solidFill>
                  <a:srgbClr val="FFFFFF"/>
                </a:solidFill>
                <a:latin typeface="Aptos Display" pitchFamily="34" charset="0"/>
                <a:ea typeface="Aptos Display" pitchFamily="34" charset="-122"/>
                <a:cs typeface="Aptos Display" pitchFamily="34" charset="-120"/>
              </a:rPr>
              <a:t>Quote text, up to five lines</a:t>
            </a:r>
            <a:endParaRPr lang="en-US" sz="3400" dirty="0"/>
          </a:p>
        </p:txBody>
      </p:sp>
      <p:sp>
        <p:nvSpPr>
          <p:cNvPr id="4" name="Quote name"/>
          <p:cNvSpPr>
            <a:spLocks noGrp="1"/>
          </p:cNvSpPr>
          <p:nvPr>
            <p:ph type="body" idx="102" hasCustomPrompt="1"/>
          </p:nvPr>
        </p:nvSpPr>
        <p:spPr>
          <a:xfrm>
            <a:off x="634594" y="4572000"/>
            <a:ext cx="5486400" cy="365760"/>
          </a:xfrm>
          <a:prstGeom prst="rect">
            <a:avLst/>
          </a:prstGeom>
          <a:noFill/>
          <a:ln/>
        </p:spPr>
        <p:txBody>
          <a:bodyPr wrap="square" lIns="0" tIns="0" rIns="0" bIns="0" rtlCol="0" anchor="t"/>
          <a:lstStyle>
            <a:lvl1pPr marL="0" indent="0" algn="l">
              <a:lnSpc>
                <a:spcPct val="80000"/>
              </a:lnSpc>
              <a:buNone/>
              <a:defRPr lang="en-US" sz="1800" dirty="0">
                <a:solidFill>
                  <a:srgbClr val="FFFFFF"/>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FFFFFF"/>
                </a:solidFill>
                <a:latin typeface="Aptos SemiBold" pitchFamily="34" charset="0"/>
                <a:ea typeface="Aptos SemiBold" pitchFamily="34" charset="-122"/>
                <a:cs typeface="Aptos SemiBold" pitchFamily="34" charset="-120"/>
              </a:rPr>
              <a:t>[Name Surname]</a:t>
            </a:r>
            <a:endParaRPr lang="en-US" sz="1800" dirty="0"/>
          </a:p>
        </p:txBody>
      </p:sp>
      <p:sp>
        <p:nvSpPr>
          <p:cNvPr id="5" name="Quote role"/>
          <p:cNvSpPr>
            <a:spLocks noGrp="1"/>
          </p:cNvSpPr>
          <p:nvPr>
            <p:ph type="body" idx="103" hasCustomPrompt="1"/>
          </p:nvPr>
        </p:nvSpPr>
        <p:spPr>
          <a:xfrm>
            <a:off x="634594" y="4956048"/>
            <a:ext cx="5486400" cy="365760"/>
          </a:xfrm>
          <a:prstGeom prst="rect">
            <a:avLst/>
          </a:prstGeom>
          <a:noFill/>
          <a:ln/>
        </p:spPr>
        <p:txBody>
          <a:bodyPr wrap="square" lIns="0" tIns="0" rIns="0" bIns="0" rtlCol="0" anchor="t"/>
          <a:lstStyle>
            <a:lvl1pPr marL="0" indent="0" algn="l">
              <a:lnSpc>
                <a:spcPct val="80000"/>
              </a:lnSpc>
              <a:buNone/>
              <a:defRPr lang="en-US" sz="1600" dirty="0">
                <a:solidFill>
                  <a:srgbClr val="B7BFCA"/>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B7BFCA"/>
                </a:solidFill>
                <a:latin typeface="Aptos" pitchFamily="34" charset="0"/>
                <a:ea typeface="Aptos" pitchFamily="34" charset="-122"/>
                <a:cs typeface="Aptos" pitchFamily="34" charset="-120"/>
              </a:rPr>
              <a:t>[Title, organisation]</a:t>
            </a:r>
            <a:endParaRPr lang="en-US" sz="1600" dirty="0"/>
          </a:p>
        </p:txBody>
      </p:sp>
      <p:pic>
        <p:nvPicPr>
          <p:cNvPr id="6" name="Image 0" descr="assets/logo_white.png"/>
          <p:cNvPicPr>
            <a:picLocks noChangeAspect="1"/>
          </p:cNvPicPr>
          <p:nvPr/>
        </p:nvPicPr>
        <p:blipFill>
          <a:blip r:embed="rId3"/>
          <a:stretch>
            <a:fillRect/>
          </a:stretch>
        </p:blipFill>
        <p:spPr>
          <a:xfrm>
            <a:off x="634594" y="6233465"/>
            <a:ext cx="636422" cy="225857"/>
          </a:xfrm>
          <a:prstGeom prst="rect">
            <a:avLst/>
          </a:prstGeom>
        </p:spPr>
      </p:pic>
      <p:sp>
        <p:nvSpPr>
          <p:cNvPr id="7" name="Text 1"/>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FFFFFF"/>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FFFFFF"/>
                </a:solidFill>
                <a:latin typeface="Aptos" pitchFamily="34" charset="0"/>
                <a:ea typeface="Aptos" pitchFamily="34" charset="-122"/>
                <a:cs typeface="Aptos" pitchFamily="34" charset="-120"/>
              </a:rPr>
              <a:t>Delivered.</a:t>
            </a:r>
            <a:endParaRPr lang="en-US" sz="800"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Quote · light patter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34594" y="2468880"/>
            <a:ext cx="1097280" cy="914400"/>
          </a:xfrm>
          <a:prstGeom prst="rect">
            <a:avLst/>
          </a:prstGeom>
          <a:noFill/>
          <a:ln/>
        </p:spPr>
        <p:txBody>
          <a:bodyPr wrap="square" lIns="0" tIns="0" rIns="0" bIns="0" rtlCol="0" anchor="t"/>
          <a:lstStyle/>
          <a:p>
            <a:pPr marL="0" indent="0">
              <a:lnSpc>
                <a:spcPct val="80000"/>
              </a:lnSpc>
              <a:buNone/>
            </a:pPr>
            <a:r>
              <a:rPr lang="en-US" sz="11000" dirty="0">
                <a:gradFill>
                  <a:gsLst>
                    <a:gs pos="0">
                      <a:srgbClr val="060E1D"/>
                    </a:gs>
                    <a:gs pos="55000">
                      <a:srgbClr val="2B7F7B"/>
                    </a:gs>
                    <a:gs pos="100000">
                      <a:srgbClr val="69DED7"/>
                    </a:gs>
                  </a:gsLst>
                  <a:lin ang="0" scaled="1"/>
                </a:gradFill>
                <a:latin typeface="Aptos Display" pitchFamily="34" charset="0"/>
                <a:ea typeface="Aptos Display" pitchFamily="34" charset="-122"/>
                <a:cs typeface="Aptos Display" pitchFamily="34" charset="-120"/>
              </a:rPr>
              <a:t>“</a:t>
            </a:r>
            <a:endParaRPr lang="en-US" sz="11000" dirty="0"/>
          </a:p>
        </p:txBody>
      </p:sp>
      <p:sp>
        <p:nvSpPr>
          <p:cNvPr id="3" name="Quote"/>
          <p:cNvSpPr>
            <a:spLocks noGrp="1"/>
          </p:cNvSpPr>
          <p:nvPr>
            <p:ph type="body" idx="101" hasCustomPrompt="1"/>
          </p:nvPr>
        </p:nvSpPr>
        <p:spPr>
          <a:xfrm>
            <a:off x="1731874" y="2697480"/>
            <a:ext cx="8961120" cy="1828800"/>
          </a:xfrm>
          <a:prstGeom prst="rect">
            <a:avLst/>
          </a:prstGeom>
          <a:noFill/>
          <a:ln/>
        </p:spPr>
        <p:txBody>
          <a:bodyPr wrap="square" lIns="0" tIns="0" rIns="0" bIns="0" rtlCol="0" anchor="t"/>
          <a:lstStyle>
            <a:lvl1pPr marL="0" indent="0" algn="l">
              <a:lnSpc>
                <a:spcPct val="80000"/>
              </a:lnSpc>
              <a:buNone/>
              <a:defRPr lang="en-US" sz="3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3400" dirty="0">
                <a:solidFill>
                  <a:srgbClr val="060E1D"/>
                </a:solidFill>
                <a:latin typeface="Aptos Display" pitchFamily="34" charset="0"/>
                <a:ea typeface="Aptos Display" pitchFamily="34" charset="-122"/>
                <a:cs typeface="Aptos Display" pitchFamily="34" charset="-120"/>
              </a:rPr>
              <a:t>Quote text, up to three lines</a:t>
            </a:r>
            <a:endParaRPr lang="en-US" sz="3400" dirty="0"/>
          </a:p>
        </p:txBody>
      </p:sp>
      <p:sp>
        <p:nvSpPr>
          <p:cNvPr id="4" name="Quote name"/>
          <p:cNvSpPr>
            <a:spLocks noGrp="1"/>
          </p:cNvSpPr>
          <p:nvPr>
            <p:ph type="body" idx="102" hasCustomPrompt="1"/>
          </p:nvPr>
        </p:nvSpPr>
        <p:spPr>
          <a:xfrm>
            <a:off x="1731874" y="4754880"/>
            <a:ext cx="6400800" cy="365760"/>
          </a:xfrm>
          <a:prstGeom prst="rect">
            <a:avLst/>
          </a:prstGeom>
          <a:noFill/>
          <a:ln/>
        </p:spPr>
        <p:txBody>
          <a:bodyPr wrap="square" lIns="0" tIns="0" rIns="0" bIns="0" rtlCol="0" anchor="t"/>
          <a:lstStyle>
            <a:lvl1pPr marL="0" indent="0" algn="l">
              <a:lnSpc>
                <a:spcPct val="80000"/>
              </a:lnSpc>
              <a:buNone/>
              <a:defRPr lang="en-US" sz="1800" dirty="0">
                <a:solidFill>
                  <a:srgbClr val="060E1D"/>
                </a:solidFill>
                <a:latin typeface="Aptos SemiBold" pitchFamily="34" charset="0"/>
                <a:ea typeface="Aptos SemiBold" pitchFamily="34" charset="-122"/>
                <a:cs typeface="Aptos SemiBold" pitchFamily="34" charset="-120"/>
              </a:defRPr>
            </a:lvl1pPr>
          </a:lstStyle>
          <a:p>
            <a:pPr marL="0" indent="0" algn="l">
              <a:lnSpc>
                <a:spcPct val="80000"/>
              </a:lnSpc>
              <a:buNone/>
            </a:pPr>
            <a:r>
              <a:rPr lang="en-US" sz="1800" dirty="0">
                <a:solidFill>
                  <a:srgbClr val="060E1D"/>
                </a:solidFill>
                <a:latin typeface="Aptos SemiBold" pitchFamily="34" charset="0"/>
                <a:ea typeface="Aptos SemiBold" pitchFamily="34" charset="-122"/>
                <a:cs typeface="Aptos SemiBold" pitchFamily="34" charset="-120"/>
              </a:rPr>
              <a:t>[Name Surname]</a:t>
            </a:r>
            <a:endParaRPr lang="en-US" sz="1800" dirty="0"/>
          </a:p>
        </p:txBody>
      </p:sp>
      <p:sp>
        <p:nvSpPr>
          <p:cNvPr id="5" name="Quote role"/>
          <p:cNvSpPr>
            <a:spLocks noGrp="1"/>
          </p:cNvSpPr>
          <p:nvPr>
            <p:ph type="body" idx="103" hasCustomPrompt="1"/>
          </p:nvPr>
        </p:nvSpPr>
        <p:spPr>
          <a:xfrm>
            <a:off x="1731874" y="5138928"/>
            <a:ext cx="6400800" cy="365760"/>
          </a:xfrm>
          <a:prstGeom prst="rect">
            <a:avLst/>
          </a:prstGeom>
          <a:noFill/>
          <a:ln/>
        </p:spPr>
        <p:txBody>
          <a:bodyPr wrap="square" lIns="0" tIns="0" rIns="0" bIns="0" rtlCol="0" anchor="t"/>
          <a:lstStyle>
            <a:lvl1pPr marL="0" indent="0" algn="l">
              <a:lnSpc>
                <a:spcPct val="80000"/>
              </a:lnSpc>
              <a:buNone/>
              <a:defRPr lang="en-US" sz="16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1600" dirty="0">
                <a:solidFill>
                  <a:srgbClr val="5B6472"/>
                </a:solidFill>
                <a:latin typeface="Aptos" pitchFamily="34" charset="0"/>
                <a:ea typeface="Aptos" pitchFamily="34" charset="-122"/>
                <a:cs typeface="Aptos" pitchFamily="34" charset="-120"/>
              </a:rPr>
              <a:t>[Title, organisation]</a:t>
            </a:r>
            <a:endParaRPr lang="en-US" sz="1600" dirty="0"/>
          </a:p>
        </p:txBody>
      </p:sp>
      <p:pic>
        <p:nvPicPr>
          <p:cNvPr id="6" name="Image 0" descr="assets/logo_dark.png"/>
          <p:cNvPicPr>
            <a:picLocks noChangeAspect="1"/>
          </p:cNvPicPr>
          <p:nvPr/>
        </p:nvPicPr>
        <p:blipFill>
          <a:blip r:embed="rId3"/>
          <a:stretch>
            <a:fillRect/>
          </a:stretch>
        </p:blipFill>
        <p:spPr>
          <a:xfrm>
            <a:off x="634594" y="6233465"/>
            <a:ext cx="636422" cy="225857"/>
          </a:xfrm>
          <a:prstGeom prst="rect">
            <a:avLst/>
          </a:prstGeom>
        </p:spPr>
      </p:pic>
      <p:sp>
        <p:nvSpPr>
          <p:cNvPr id="7" name="Text 1"/>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tatement · light wav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868680"/>
            <a:ext cx="9144000" cy="1737360"/>
          </a:xfrm>
          <a:prstGeom prst="rect">
            <a:avLst/>
          </a:prstGeom>
          <a:noFill/>
          <a:ln/>
        </p:spPr>
        <p:txBody>
          <a:bodyPr wrap="square" lIns="0" tIns="0" rIns="0" bIns="0" rtlCol="0" anchor="t"/>
          <a:lstStyle>
            <a:lvl1pPr marL="0" indent="0" algn="l">
              <a:lnSpc>
                <a:spcPct val="80000"/>
              </a:lnSpc>
              <a:buNone/>
              <a:defRPr lang="en-US" sz="5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5400" dirty="0">
                <a:solidFill>
                  <a:srgbClr val="060E1D"/>
                </a:solidFill>
                <a:latin typeface="Aptos Display" pitchFamily="34" charset="0"/>
                <a:ea typeface="Aptos Display" pitchFamily="34" charset="-122"/>
                <a:cs typeface="Aptos Display" pitchFamily="34" charset="-120"/>
              </a:rPr>
              <a:t>One bold statement</a:t>
            </a:r>
            <a:endParaRPr lang="en-US" sz="5400" dirty="0"/>
          </a:p>
        </p:txBody>
      </p:sp>
      <p:sp>
        <p:nvSpPr>
          <p:cNvPr id="3" name="Pill cta"/>
          <p:cNvSpPr>
            <a:spLocks noGrp="1"/>
          </p:cNvSpPr>
          <p:nvPr>
            <p:ph type="body" idx="101" hasCustomPrompt="1"/>
          </p:nvPr>
        </p:nvSpPr>
        <p:spPr>
          <a:xfrm>
            <a:off x="634594" y="2788920"/>
            <a:ext cx="4937760" cy="365760"/>
          </a:xfrm>
          <a:prstGeom prst="roundRect">
            <a:avLst>
              <a:gd name="adj" fmla="val 50000"/>
            </a:avLst>
          </a:prstGeom>
          <a:solidFill>
            <a:srgbClr val="060E1D"/>
          </a:solidFill>
          <a:ln>
            <a:noFill/>
          </a:ln>
        </p:spPr>
        <p:txBody>
          <a:bodyPr wrap="square" lIns="0" tIns="0" rIns="0" bIns="0" rtlCol="0" anchor="ctr"/>
          <a:lstStyle>
            <a:lvl1pPr marL="0" indent="0" algn="ctr">
              <a:lnSpc>
                <a:spcPct val="100000"/>
              </a:lnSpc>
              <a:buNone/>
              <a:defRPr lang="en-US" sz="1800" dirty="0">
                <a:solidFill>
                  <a:srgbClr val="FFFFFF"/>
                </a:solidFill>
                <a:latin typeface="Aptos" pitchFamily="34" charset="0"/>
                <a:ea typeface="Aptos" pitchFamily="34" charset="-122"/>
                <a:cs typeface="Aptos" pitchFamily="34" charset="-120"/>
              </a:defRPr>
            </a:lvl1pPr>
          </a:lstStyle>
          <a:p>
            <a:pPr marL="0" indent="0" algn="ctr">
              <a:lnSpc>
                <a:spcPct val="100000"/>
              </a:lnSpc>
              <a:buNone/>
            </a:pPr>
            <a:r>
              <a:rPr lang="en-US" sz="1800" dirty="0">
                <a:solidFill>
                  <a:srgbClr val="FFFFFF"/>
                </a:solidFill>
                <a:latin typeface="Aptos" pitchFamily="34" charset="0"/>
                <a:ea typeface="Aptos" pitchFamily="34" charset="-122"/>
                <a:cs typeface="Aptos" pitchFamily="34" charset="-120"/>
              </a:rPr>
              <a:t>Call to action</a:t>
            </a:r>
            <a:endParaRPr lang="en-US" sz="1800" dirty="0"/>
          </a:p>
        </p:txBody>
      </p:sp>
      <p:sp>
        <p:nvSpPr>
          <p:cNvPr id="4" name="Pill cta 2"/>
          <p:cNvSpPr>
            <a:spLocks noGrp="1"/>
          </p:cNvSpPr>
          <p:nvPr>
            <p:ph type="body" idx="102" hasCustomPrompt="1"/>
          </p:nvPr>
        </p:nvSpPr>
        <p:spPr>
          <a:xfrm>
            <a:off x="5709514" y="2788920"/>
            <a:ext cx="1737360" cy="365760"/>
          </a:xfrm>
          <a:prstGeom prst="roundRect">
            <a:avLst>
              <a:gd name="adj" fmla="val 50000"/>
            </a:avLst>
          </a:prstGeom>
          <a:solidFill>
            <a:srgbClr val="060E1D"/>
          </a:solidFill>
          <a:ln>
            <a:noFill/>
          </a:ln>
        </p:spPr>
        <p:txBody>
          <a:bodyPr wrap="square" lIns="0" tIns="0" rIns="0" bIns="0" rtlCol="0" anchor="ctr"/>
          <a:lstStyle>
            <a:lvl1pPr marL="0" indent="0" algn="ctr">
              <a:lnSpc>
                <a:spcPct val="100000"/>
              </a:lnSpc>
              <a:buNone/>
              <a:defRPr lang="en-US" sz="1800" dirty="0">
                <a:solidFill>
                  <a:srgbClr val="FFFFFF"/>
                </a:solidFill>
                <a:latin typeface="Aptos" pitchFamily="34" charset="0"/>
                <a:ea typeface="Aptos" pitchFamily="34" charset="-122"/>
                <a:cs typeface="Aptos" pitchFamily="34" charset="-120"/>
              </a:defRPr>
            </a:lvl1pPr>
          </a:lstStyle>
          <a:p>
            <a:pPr marL="0" indent="0" algn="ctr">
              <a:lnSpc>
                <a:spcPct val="100000"/>
              </a:lnSpc>
              <a:buNone/>
            </a:pPr>
            <a:r>
              <a:rPr lang="en-US" sz="1800" dirty="0">
                <a:solidFill>
                  <a:srgbClr val="FFFFFF"/>
                </a:solidFill>
                <a:latin typeface="Aptos" pitchFamily="34" charset="0"/>
                <a:ea typeface="Aptos" pitchFamily="34" charset="-122"/>
                <a:cs typeface="Aptos" pitchFamily="34" charset="-120"/>
              </a:rPr>
              <a:t>Detail</a:t>
            </a:r>
            <a:endParaRPr lang="en-US" sz="1800" dirty="0"/>
          </a:p>
        </p:txBody>
      </p:sp>
      <p:pic>
        <p:nvPicPr>
          <p:cNvPr id="5" name="Image 0" descr="assets/logo_dark.png"/>
          <p:cNvPicPr>
            <a:picLocks noChangeAspect="1"/>
          </p:cNvPicPr>
          <p:nvPr/>
        </p:nvPicPr>
        <p:blipFill>
          <a:blip r:embed="rId3"/>
          <a:stretch>
            <a:fillRect/>
          </a:stretch>
        </p:blipFill>
        <p:spPr>
          <a:xfrm>
            <a:off x="634594" y="6233465"/>
            <a:ext cx="636422" cy="225857"/>
          </a:xfrm>
          <a:prstGeom prst="rect">
            <a:avLst/>
          </a:prstGeom>
        </p:spPr>
      </p:pic>
      <p:sp>
        <p:nvSpPr>
          <p:cNvPr id="6"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tatement · dark patter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868680"/>
            <a:ext cx="5852160" cy="2377440"/>
          </a:xfrm>
          <a:prstGeom prst="rect">
            <a:avLst/>
          </a:prstGeom>
          <a:noFill/>
          <a:ln/>
        </p:spPr>
        <p:txBody>
          <a:bodyPr wrap="square" lIns="0" tIns="0" rIns="0" bIns="0" rtlCol="0" anchor="t"/>
          <a:lstStyle>
            <a:lvl1pPr marL="0" indent="0" algn="l">
              <a:lnSpc>
                <a:spcPct val="80000"/>
              </a:lnSpc>
              <a:buNone/>
              <a:defRPr lang="en-US" sz="4400" dirty="0">
                <a:solidFill>
                  <a:srgbClr val="FFFFFF"/>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4400" dirty="0">
                <a:solidFill>
                  <a:srgbClr val="FFFFFF"/>
                </a:solidFill>
                <a:latin typeface="Aptos Display" pitchFamily="34" charset="0"/>
                <a:ea typeface="Aptos Display" pitchFamily="34" charset="-122"/>
                <a:cs typeface="Aptos Display" pitchFamily="34" charset="-120"/>
              </a:rPr>
              <a:t>One bold statement</a:t>
            </a:r>
            <a:endParaRPr lang="en-US" sz="4400" dirty="0"/>
          </a:p>
        </p:txBody>
      </p:sp>
      <p:sp>
        <p:nvSpPr>
          <p:cNvPr id="3" name="Statement sub"/>
          <p:cNvSpPr>
            <a:spLocks noGrp="1"/>
          </p:cNvSpPr>
          <p:nvPr>
            <p:ph type="body" idx="101" hasCustomPrompt="1"/>
          </p:nvPr>
        </p:nvSpPr>
        <p:spPr>
          <a:xfrm>
            <a:off x="634594" y="3474720"/>
            <a:ext cx="5120640" cy="457200"/>
          </a:xfrm>
          <a:prstGeom prst="rect">
            <a:avLst/>
          </a:prstGeom>
          <a:noFill/>
          <a:ln/>
        </p:spPr>
        <p:txBody>
          <a:bodyPr wrap="square" lIns="0" tIns="0" rIns="0" bIns="0" rtlCol="0" anchor="t"/>
          <a:lstStyle>
            <a:lvl1pPr marL="0" indent="0" algn="l">
              <a:lnSpc>
                <a:spcPct val="80000"/>
              </a:lnSpc>
              <a:buNone/>
              <a:defRPr lang="en-US" sz="2200" dirty="0">
                <a:solidFill>
                  <a:srgbClr val="FFFFFF"/>
                </a:solidFill>
                <a:latin typeface="Aptos" pitchFamily="34" charset="0"/>
                <a:ea typeface="Aptos" pitchFamily="34" charset="-122"/>
                <a:cs typeface="Aptos" pitchFamily="34" charset="-120"/>
              </a:defRPr>
            </a:lvl1pPr>
          </a:lstStyle>
          <a:p>
            <a:pPr marL="0" indent="0" algn="l">
              <a:lnSpc>
                <a:spcPct val="80000"/>
              </a:lnSpc>
              <a:buNone/>
            </a:pPr>
            <a:r>
              <a:rPr lang="en-US" sz="2200" dirty="0">
                <a:solidFill>
                  <a:srgbClr val="FFFFFF"/>
                </a:solidFill>
                <a:latin typeface="Aptos" pitchFamily="34" charset="0"/>
                <a:ea typeface="Aptos" pitchFamily="34" charset="-122"/>
                <a:cs typeface="Aptos" pitchFamily="34" charset="-120"/>
              </a:rPr>
              <a:t>Supporting line</a:t>
            </a:r>
            <a:endParaRPr lang="en-US" sz="2200" dirty="0"/>
          </a:p>
        </p:txBody>
      </p:sp>
      <p:sp>
        <p:nvSpPr>
          <p:cNvPr id="4" name="Statement facts"/>
          <p:cNvSpPr>
            <a:spLocks noGrp="1"/>
          </p:cNvSpPr>
          <p:nvPr>
            <p:ph type="body" idx="102" hasCustomPrompt="1"/>
          </p:nvPr>
        </p:nvSpPr>
        <p:spPr>
          <a:xfrm>
            <a:off x="634594" y="4206240"/>
            <a:ext cx="4572000" cy="1188720"/>
          </a:xfrm>
          <a:prstGeom prst="rect">
            <a:avLst/>
          </a:prstGeom>
          <a:noFill/>
          <a:ln/>
        </p:spPr>
        <p:txBody>
          <a:bodyPr wrap="square" lIns="0" tIns="0" rIns="0" bIns="0" rtlCol="0" anchor="t"/>
          <a:lstStyle>
            <a:lvl1pPr marL="0" indent="0" algn="l">
              <a:lnSpc>
                <a:spcPct val="80000"/>
              </a:lnSpc>
              <a:spcAft>
                <a:spcPts val="600"/>
              </a:spcAft>
              <a:buNone/>
              <a:defRPr lang="en-US" sz="1600" dirty="0">
                <a:solidFill>
                  <a:srgbClr val="B7BFCA"/>
                </a:solidFill>
                <a:latin typeface="Aptos" pitchFamily="34" charset="0"/>
                <a:ea typeface="Aptos" pitchFamily="34" charset="-122"/>
                <a:cs typeface="Aptos" pitchFamily="34" charset="-120"/>
              </a:defRPr>
            </a:lvl1pPr>
          </a:lstStyle>
          <a:p>
            <a:pPr marL="0" indent="0" algn="l">
              <a:lnSpc>
                <a:spcPct val="80000"/>
              </a:lnSpc>
              <a:spcAft>
                <a:spcPts val="600"/>
              </a:spcAft>
              <a:buNone/>
            </a:pPr>
            <a:r>
              <a:rPr lang="en-US" sz="1600" dirty="0">
                <a:solidFill>
                  <a:srgbClr val="B7BFCA"/>
                </a:solidFill>
                <a:latin typeface="Aptos" pitchFamily="34" charset="0"/>
                <a:ea typeface="Aptos" pitchFamily="34" charset="-122"/>
                <a:cs typeface="Aptos" pitchFamily="34" charset="-120"/>
              </a:rPr>
              <a:t>Fact one</a:t>
            </a:r>
            <a:endParaRPr lang="en-US" sz="1600" dirty="0"/>
          </a:p>
          <a:p>
            <a:pPr marL="0" indent="0" algn="l">
              <a:lnSpc>
                <a:spcPct val="80000"/>
              </a:lnSpc>
              <a:spcAft>
                <a:spcPts val="600"/>
              </a:spcAft>
              <a:buNone/>
            </a:pPr>
            <a:r>
              <a:rPr lang="en-US" sz="1600" dirty="0">
                <a:solidFill>
                  <a:srgbClr val="B7BFCA"/>
                </a:solidFill>
                <a:latin typeface="Aptos" pitchFamily="34" charset="0"/>
                <a:ea typeface="Aptos" pitchFamily="34" charset="-122"/>
                <a:cs typeface="Aptos" pitchFamily="34" charset="-120"/>
              </a:rPr>
              <a:t>Fact two</a:t>
            </a:r>
            <a:endParaRPr lang="en-US" sz="1600" dirty="0"/>
          </a:p>
          <a:p>
            <a:pPr marL="0" indent="0" algn="l">
              <a:lnSpc>
                <a:spcPct val="80000"/>
              </a:lnSpc>
              <a:spcAft>
                <a:spcPts val="600"/>
              </a:spcAft>
              <a:buNone/>
            </a:pPr>
            <a:r>
              <a:rPr lang="en-US" sz="1600" dirty="0">
                <a:solidFill>
                  <a:srgbClr val="B7BFCA"/>
                </a:solidFill>
                <a:latin typeface="Aptos" pitchFamily="34" charset="0"/>
                <a:ea typeface="Aptos" pitchFamily="34" charset="-122"/>
                <a:cs typeface="Aptos" pitchFamily="34" charset="-120"/>
              </a:rPr>
              <a:t>Fact three</a:t>
            </a:r>
            <a:endParaRPr lang="en-US" sz="1600" dirty="0"/>
          </a:p>
        </p:txBody>
      </p:sp>
      <p:pic>
        <p:nvPicPr>
          <p:cNvPr id="5" name="Image 0" descr="assets/logo_white.png"/>
          <p:cNvPicPr>
            <a:picLocks noChangeAspect="1"/>
          </p:cNvPicPr>
          <p:nvPr/>
        </p:nvPicPr>
        <p:blipFill>
          <a:blip r:embed="rId3"/>
          <a:stretch>
            <a:fillRect/>
          </a:stretch>
        </p:blipFill>
        <p:spPr>
          <a:xfrm>
            <a:off x="634594" y="6233465"/>
            <a:ext cx="636422" cy="225857"/>
          </a:xfrm>
          <a:prstGeom prst="rect">
            <a:avLst/>
          </a:prstGeom>
        </p:spPr>
      </p:pic>
      <p:sp>
        <p:nvSpPr>
          <p:cNvPr id="6"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FFFFFF"/>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FFFFFF"/>
                </a:solidFill>
                <a:latin typeface="Aptos" pitchFamily="34" charset="0"/>
                <a:ea typeface="Aptos" pitchFamily="34" charset="-122"/>
                <a:cs typeface="Aptos" pitchFamily="34" charset="-120"/>
              </a:rPr>
              <a:t>Delivered.</a:t>
            </a:r>
            <a:endParaRPr lang="en-US" sz="800" dirty="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Feature cards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868680"/>
            <a:ext cx="9601200" cy="1645920"/>
          </a:xfrm>
          <a:prstGeom prst="rect">
            <a:avLst/>
          </a:prstGeom>
          <a:noFill/>
          <a:ln/>
        </p:spPr>
        <p:txBody>
          <a:bodyPr wrap="square" lIns="0" tIns="0" rIns="0" bIns="0" rtlCol="0" anchor="t"/>
          <a:lstStyle>
            <a:lvl1pPr marL="0" indent="0" algn="l">
              <a:lnSpc>
                <a:spcPct val="80000"/>
              </a:lnSpc>
              <a:buNone/>
              <a:defRPr lang="en-US" sz="5400" dirty="0">
                <a:solidFill>
                  <a:srgbClr val="FFFFFF"/>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5400" dirty="0">
                <a:solidFill>
                  <a:srgbClr val="FFFFFF"/>
                </a:solidFill>
                <a:latin typeface="Aptos Display" pitchFamily="34" charset="0"/>
                <a:ea typeface="Aptos Display" pitchFamily="34" charset="-122"/>
                <a:cs typeface="Aptos Display" pitchFamily="34" charset="-120"/>
              </a:rPr>
              <a:t>One bold statement</a:t>
            </a:r>
            <a:endParaRPr lang="en-US" sz="5400" dirty="0"/>
          </a:p>
        </p:txBody>
      </p:sp>
      <p:sp>
        <p:nvSpPr>
          <p:cNvPr id="3" name="Text 0"/>
          <p:cNvSpPr/>
          <p:nvPr/>
        </p:nvSpPr>
        <p:spPr>
          <a:xfrm>
            <a:off x="634594" y="2880360"/>
            <a:ext cx="3458261" cy="2377440"/>
          </a:xfrm>
          <a:prstGeom prst="roundRect">
            <a:avLst>
              <a:gd name="adj" fmla="val 3846"/>
            </a:avLst>
          </a:prstGeom>
          <a:solidFill>
            <a:srgbClr val="16212F"/>
          </a:solidFill>
          <a:ln/>
        </p:spPr>
        <p:txBody>
          <a:bodyPr wrap="square" lIns="0" tIns="0" rIns="0" bIns="0" rtlCol="0" anchor="ctr"/>
          <a:lstStyle/>
          <a:p>
            <a:pPr marL="0" indent="0" algn="ctr">
              <a:lnSpc>
                <a:spcPct val="80000"/>
              </a:lnSpc>
              <a:buNone/>
            </a:pPr>
            <a:endParaRPr lang="en-US" sz="1400" dirty="0"/>
          </a:p>
        </p:txBody>
      </p:sp>
      <p:sp>
        <p:nvSpPr>
          <p:cNvPr id="4" name="Icon 1"/>
          <p:cNvSpPr>
            <a:spLocks noGrp="1"/>
          </p:cNvSpPr>
          <p:nvPr>
            <p:ph type="pic" idx="102" hasCustomPrompt="1"/>
          </p:nvPr>
        </p:nvSpPr>
        <p:spPr>
          <a:xfrm>
            <a:off x="954634" y="3200400"/>
            <a:ext cx="502920" cy="502920"/>
          </a:xfrm>
          <a:prstGeom prst="rect">
            <a:avLst/>
          </a:prstGeom>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Icon</a:t>
            </a:r>
            <a:endParaRPr lang="en-US" sz="1600" dirty="0"/>
          </a:p>
        </p:txBody>
      </p:sp>
      <p:sp>
        <p:nvSpPr>
          <p:cNvPr id="5" name="Feature 1"/>
          <p:cNvSpPr>
            <a:spLocks noGrp="1"/>
          </p:cNvSpPr>
          <p:nvPr>
            <p:ph type="body" idx="103" hasCustomPrompt="1"/>
          </p:nvPr>
        </p:nvSpPr>
        <p:spPr>
          <a:xfrm>
            <a:off x="954634" y="3931920"/>
            <a:ext cx="2818181" cy="1097280"/>
          </a:xfrm>
          <a:prstGeom prst="rect">
            <a:avLst/>
          </a:prstGeom>
          <a:noFill/>
          <a:ln/>
        </p:spPr>
        <p:txBody>
          <a:bodyPr wrap="square" lIns="0" tIns="0" rIns="0" bIns="0" rtlCol="0" anchor="t"/>
          <a:lstStyle>
            <a:lvl1pPr marL="0" indent="0" algn="l">
              <a:lnSpc>
                <a:spcPct val="80000"/>
              </a:lnSpc>
              <a:buNone/>
              <a:defRPr lang="en-US" sz="2000" dirty="0">
                <a:solidFill>
                  <a:srgbClr val="FFFFFF"/>
                </a:solidFill>
                <a:latin typeface="Aptos" pitchFamily="34" charset="0"/>
                <a:ea typeface="Aptos" pitchFamily="34" charset="-122"/>
                <a:cs typeface="Aptos" pitchFamily="34" charset="-120"/>
              </a:defRPr>
            </a:lvl1pPr>
          </a:lstStyle>
          <a:p>
            <a:pPr marL="0" indent="0" algn="l">
              <a:lnSpc>
                <a:spcPct val="80000"/>
              </a:lnSpc>
              <a:buNone/>
            </a:pPr>
            <a:r>
              <a:rPr lang="en-US" sz="2000" dirty="0">
                <a:solidFill>
                  <a:srgbClr val="FFFFFF"/>
                </a:solidFill>
                <a:latin typeface="Aptos" pitchFamily="34" charset="0"/>
                <a:ea typeface="Aptos" pitchFamily="34" charset="-122"/>
                <a:cs typeface="Aptos" pitchFamily="34" charset="-120"/>
              </a:rPr>
              <a:t>Feature, one or two lines</a:t>
            </a:r>
            <a:endParaRPr lang="en-US" sz="2000" dirty="0"/>
          </a:p>
        </p:txBody>
      </p:sp>
      <p:sp>
        <p:nvSpPr>
          <p:cNvPr id="6" name="Text 1"/>
          <p:cNvSpPr/>
          <p:nvPr/>
        </p:nvSpPr>
        <p:spPr>
          <a:xfrm>
            <a:off x="4367174" y="2880360"/>
            <a:ext cx="3458261" cy="2377440"/>
          </a:xfrm>
          <a:prstGeom prst="roundRect">
            <a:avLst>
              <a:gd name="adj" fmla="val 3846"/>
            </a:avLst>
          </a:prstGeom>
          <a:solidFill>
            <a:srgbClr val="16212F"/>
          </a:solidFill>
          <a:ln/>
        </p:spPr>
        <p:txBody>
          <a:bodyPr wrap="square" lIns="0" tIns="0" rIns="0" bIns="0" rtlCol="0" anchor="ctr"/>
          <a:lstStyle/>
          <a:p>
            <a:pPr marL="0" indent="0" algn="ctr">
              <a:lnSpc>
                <a:spcPct val="80000"/>
              </a:lnSpc>
              <a:buNone/>
            </a:pPr>
            <a:endParaRPr lang="en-US" sz="1400" dirty="0"/>
          </a:p>
        </p:txBody>
      </p:sp>
      <p:sp>
        <p:nvSpPr>
          <p:cNvPr id="7" name="Icon 2"/>
          <p:cNvSpPr>
            <a:spLocks noGrp="1"/>
          </p:cNvSpPr>
          <p:nvPr>
            <p:ph type="pic" idx="105" hasCustomPrompt="1"/>
          </p:nvPr>
        </p:nvSpPr>
        <p:spPr>
          <a:xfrm>
            <a:off x="4687214" y="3200400"/>
            <a:ext cx="502920" cy="502920"/>
          </a:xfrm>
          <a:prstGeom prst="rect">
            <a:avLst/>
          </a:prstGeom>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Icon</a:t>
            </a:r>
            <a:endParaRPr lang="en-US" sz="1600" dirty="0"/>
          </a:p>
        </p:txBody>
      </p:sp>
      <p:sp>
        <p:nvSpPr>
          <p:cNvPr id="8" name="Feature 2"/>
          <p:cNvSpPr>
            <a:spLocks noGrp="1"/>
          </p:cNvSpPr>
          <p:nvPr>
            <p:ph type="body" idx="106" hasCustomPrompt="1"/>
          </p:nvPr>
        </p:nvSpPr>
        <p:spPr>
          <a:xfrm>
            <a:off x="4687214" y="3931920"/>
            <a:ext cx="2818181" cy="1097280"/>
          </a:xfrm>
          <a:prstGeom prst="rect">
            <a:avLst/>
          </a:prstGeom>
          <a:noFill/>
          <a:ln/>
        </p:spPr>
        <p:txBody>
          <a:bodyPr wrap="square" lIns="0" tIns="0" rIns="0" bIns="0" rtlCol="0" anchor="t"/>
          <a:lstStyle>
            <a:lvl1pPr marL="0" indent="0" algn="l">
              <a:lnSpc>
                <a:spcPct val="80000"/>
              </a:lnSpc>
              <a:buNone/>
              <a:defRPr lang="en-US" sz="2000" dirty="0">
                <a:solidFill>
                  <a:srgbClr val="FFFFFF"/>
                </a:solidFill>
                <a:latin typeface="Aptos" pitchFamily="34" charset="0"/>
                <a:ea typeface="Aptos" pitchFamily="34" charset="-122"/>
                <a:cs typeface="Aptos" pitchFamily="34" charset="-120"/>
              </a:defRPr>
            </a:lvl1pPr>
          </a:lstStyle>
          <a:p>
            <a:pPr marL="0" indent="0" algn="l">
              <a:lnSpc>
                <a:spcPct val="80000"/>
              </a:lnSpc>
              <a:buNone/>
            </a:pPr>
            <a:r>
              <a:rPr lang="en-US" sz="2000" dirty="0">
                <a:solidFill>
                  <a:srgbClr val="FFFFFF"/>
                </a:solidFill>
                <a:latin typeface="Aptos" pitchFamily="34" charset="0"/>
                <a:ea typeface="Aptos" pitchFamily="34" charset="-122"/>
                <a:cs typeface="Aptos" pitchFamily="34" charset="-120"/>
              </a:rPr>
              <a:t>Feature, one or two lines</a:t>
            </a:r>
            <a:endParaRPr lang="en-US" sz="2000" dirty="0"/>
          </a:p>
        </p:txBody>
      </p:sp>
      <p:sp>
        <p:nvSpPr>
          <p:cNvPr id="9" name="Text 2"/>
          <p:cNvSpPr/>
          <p:nvPr/>
        </p:nvSpPr>
        <p:spPr>
          <a:xfrm>
            <a:off x="8098841" y="2880360"/>
            <a:ext cx="3458261" cy="2377440"/>
          </a:xfrm>
          <a:prstGeom prst="roundRect">
            <a:avLst>
              <a:gd name="adj" fmla="val 3846"/>
            </a:avLst>
          </a:prstGeom>
          <a:solidFill>
            <a:srgbClr val="16212F"/>
          </a:solidFill>
          <a:ln/>
        </p:spPr>
        <p:txBody>
          <a:bodyPr wrap="square" lIns="0" tIns="0" rIns="0" bIns="0" rtlCol="0" anchor="ctr"/>
          <a:lstStyle/>
          <a:p>
            <a:pPr marL="0" indent="0" algn="ctr">
              <a:lnSpc>
                <a:spcPct val="80000"/>
              </a:lnSpc>
              <a:buNone/>
            </a:pPr>
            <a:endParaRPr lang="en-US" sz="1400" dirty="0"/>
          </a:p>
        </p:txBody>
      </p:sp>
      <p:sp>
        <p:nvSpPr>
          <p:cNvPr id="10" name="Icon 3"/>
          <p:cNvSpPr>
            <a:spLocks noGrp="1"/>
          </p:cNvSpPr>
          <p:nvPr>
            <p:ph type="pic" idx="108" hasCustomPrompt="1"/>
          </p:nvPr>
        </p:nvSpPr>
        <p:spPr>
          <a:xfrm>
            <a:off x="8418881" y="3200400"/>
            <a:ext cx="502920" cy="502920"/>
          </a:xfrm>
          <a:prstGeom prst="rect">
            <a:avLst/>
          </a:prstGeom>
          <a:noFill/>
          <a:ln/>
        </p:spPr>
        <p:txBody>
          <a:bodyPr wrap="square" lIns="0" tIns="0" rIns="0" bIns="0" rtlCol="0" anchor="ctr"/>
          <a:lstStyle>
            <a:lvl1pPr marL="0" indent="0" algn="ctr">
              <a:lnSpc>
                <a:spcPct val="80000"/>
              </a:lnSpc>
              <a:buNone/>
              <a:defRPr lang="en-US" sz="1200" dirty="0">
                <a:solidFill>
                  <a:srgbClr val="060E1D"/>
                </a:solidFill>
                <a:latin typeface="Aptos" pitchFamily="34" charset="0"/>
                <a:ea typeface="Aptos" pitchFamily="34" charset="-122"/>
                <a:cs typeface="Aptos" pitchFamily="34" charset="-120"/>
              </a:defRPr>
            </a:lvl1pPr>
          </a:lstStyle>
          <a:p>
            <a:pPr marL="0" indent="0" algn="ctr">
              <a:lnSpc>
                <a:spcPct val="80000"/>
              </a:lnSpc>
              <a:buNone/>
            </a:pPr>
            <a:r>
              <a:rPr lang="en-US" sz="1200" dirty="0">
                <a:solidFill>
                  <a:srgbClr val="060E1D"/>
                </a:solidFill>
                <a:latin typeface="Aptos" pitchFamily="34" charset="0"/>
                <a:ea typeface="Aptos" pitchFamily="34" charset="-122"/>
                <a:cs typeface="Aptos" pitchFamily="34" charset="-120"/>
              </a:rPr>
              <a:t>Icon</a:t>
            </a:r>
            <a:endParaRPr lang="en-US" sz="1600" dirty="0"/>
          </a:p>
        </p:txBody>
      </p:sp>
      <p:sp>
        <p:nvSpPr>
          <p:cNvPr id="11" name="Feature 3"/>
          <p:cNvSpPr>
            <a:spLocks noGrp="1"/>
          </p:cNvSpPr>
          <p:nvPr>
            <p:ph type="body" idx="109" hasCustomPrompt="1"/>
          </p:nvPr>
        </p:nvSpPr>
        <p:spPr>
          <a:xfrm>
            <a:off x="8418881" y="3931920"/>
            <a:ext cx="2818181" cy="1097280"/>
          </a:xfrm>
          <a:prstGeom prst="rect">
            <a:avLst/>
          </a:prstGeom>
          <a:noFill/>
          <a:ln/>
        </p:spPr>
        <p:txBody>
          <a:bodyPr wrap="square" lIns="0" tIns="0" rIns="0" bIns="0" rtlCol="0" anchor="t"/>
          <a:lstStyle>
            <a:lvl1pPr marL="0" indent="0" algn="l">
              <a:lnSpc>
                <a:spcPct val="80000"/>
              </a:lnSpc>
              <a:buNone/>
              <a:defRPr lang="en-US" sz="2000" dirty="0">
                <a:solidFill>
                  <a:srgbClr val="FFFFFF"/>
                </a:solidFill>
                <a:latin typeface="Aptos" pitchFamily="34" charset="0"/>
                <a:ea typeface="Aptos" pitchFamily="34" charset="-122"/>
                <a:cs typeface="Aptos" pitchFamily="34" charset="-120"/>
              </a:defRPr>
            </a:lvl1pPr>
          </a:lstStyle>
          <a:p>
            <a:pPr marL="0" indent="0" algn="l">
              <a:lnSpc>
                <a:spcPct val="80000"/>
              </a:lnSpc>
              <a:buNone/>
            </a:pPr>
            <a:r>
              <a:rPr lang="en-US" sz="2000" dirty="0">
                <a:solidFill>
                  <a:srgbClr val="FFFFFF"/>
                </a:solidFill>
                <a:latin typeface="Aptos" pitchFamily="34" charset="0"/>
                <a:ea typeface="Aptos" pitchFamily="34" charset="-122"/>
                <a:cs typeface="Aptos" pitchFamily="34" charset="-120"/>
              </a:rPr>
              <a:t>Feature, one or two lines</a:t>
            </a:r>
            <a:endParaRPr lang="en-US" sz="2000" dirty="0"/>
          </a:p>
        </p:txBody>
      </p:sp>
      <p:pic>
        <p:nvPicPr>
          <p:cNvPr id="12" name="Image 0" descr="assets/logo_white.png"/>
          <p:cNvPicPr>
            <a:picLocks noChangeAspect="1"/>
          </p:cNvPicPr>
          <p:nvPr/>
        </p:nvPicPr>
        <p:blipFill>
          <a:blip r:embed="rId3"/>
          <a:stretch>
            <a:fillRect/>
          </a:stretch>
        </p:blipFill>
        <p:spPr>
          <a:xfrm>
            <a:off x="634594" y="6233465"/>
            <a:ext cx="636422" cy="225857"/>
          </a:xfrm>
          <a:prstGeom prst="rect">
            <a:avLst/>
          </a:prstGeom>
        </p:spPr>
      </p:pic>
      <p:sp>
        <p:nvSpPr>
          <p:cNvPr id="13" name="Text 3"/>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FFFFFF"/>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FFFFFF"/>
                </a:solidFill>
                <a:latin typeface="Aptos" pitchFamily="34" charset="0"/>
                <a:ea typeface="Aptos" pitchFamily="34" charset="-122"/>
                <a:cs typeface="Aptos" pitchFamily="34" charset="-120"/>
              </a:rPr>
              <a:t>Delivered.</a:t>
            </a:r>
            <a:endParaRPr lang="en-US" sz="800" dirty="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tatement · white patter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634594" y="2514600"/>
            <a:ext cx="9601200" cy="1554480"/>
          </a:xfrm>
          <a:prstGeom prst="rect">
            <a:avLst/>
          </a:prstGeom>
          <a:noFill/>
          <a:ln/>
        </p:spPr>
        <p:txBody>
          <a:bodyPr wrap="square" lIns="0" tIns="0" rIns="0" bIns="0" rtlCol="0" anchor="t"/>
          <a:lstStyle>
            <a:lvl1pPr marL="0" indent="0" algn="l">
              <a:lnSpc>
                <a:spcPct val="80000"/>
              </a:lnSpc>
              <a:buNone/>
              <a:defRPr lang="en-US" sz="5400" dirty="0">
                <a:solidFill>
                  <a:srgbClr val="060E1D"/>
                </a:solidFill>
                <a:latin typeface="Aptos Display" pitchFamily="34" charset="0"/>
                <a:ea typeface="Aptos Display" pitchFamily="34" charset="-122"/>
                <a:cs typeface="Aptos Display" pitchFamily="34" charset="-120"/>
              </a:defRPr>
            </a:lvl1pPr>
          </a:lstStyle>
          <a:p>
            <a:pPr marL="0" indent="0" algn="l">
              <a:lnSpc>
                <a:spcPct val="80000"/>
              </a:lnSpc>
              <a:buNone/>
            </a:pPr>
            <a:r>
              <a:rPr lang="en-US" sz="5400" dirty="0">
                <a:solidFill>
                  <a:srgbClr val="060E1D"/>
                </a:solidFill>
                <a:latin typeface="Aptos Display" pitchFamily="34" charset="0"/>
                <a:ea typeface="Aptos Display" pitchFamily="34" charset="-122"/>
                <a:cs typeface="Aptos Display" pitchFamily="34" charset="-120"/>
              </a:rPr>
              <a:t>One bold statement</a:t>
            </a:r>
            <a:endParaRPr lang="en-US" sz="5400" dirty="0"/>
          </a:p>
        </p:txBody>
      </p:sp>
      <p:sp>
        <p:nvSpPr>
          <p:cNvPr id="3" name="Statement sub"/>
          <p:cNvSpPr>
            <a:spLocks noGrp="1"/>
          </p:cNvSpPr>
          <p:nvPr>
            <p:ph type="body" idx="101" hasCustomPrompt="1"/>
          </p:nvPr>
        </p:nvSpPr>
        <p:spPr>
          <a:xfrm>
            <a:off x="634594" y="4251960"/>
            <a:ext cx="6766560" cy="822960"/>
          </a:xfrm>
          <a:prstGeom prst="rect">
            <a:avLst/>
          </a:prstGeom>
          <a:noFill/>
          <a:ln/>
        </p:spPr>
        <p:txBody>
          <a:bodyPr wrap="square" lIns="0" tIns="0" rIns="0" bIns="0" rtlCol="0" anchor="t"/>
          <a:lstStyle>
            <a:lvl1pPr marL="0" indent="0" algn="l">
              <a:lnSpc>
                <a:spcPct val="80000"/>
              </a:lnSpc>
              <a:buNone/>
              <a:defRPr lang="en-US" sz="2200" dirty="0">
                <a:solidFill>
                  <a:srgbClr val="5B6472"/>
                </a:solidFill>
                <a:latin typeface="Aptos" pitchFamily="34" charset="0"/>
                <a:ea typeface="Aptos" pitchFamily="34" charset="-122"/>
                <a:cs typeface="Aptos" pitchFamily="34" charset="-120"/>
              </a:defRPr>
            </a:lvl1pPr>
          </a:lstStyle>
          <a:p>
            <a:pPr marL="0" indent="0" algn="l">
              <a:lnSpc>
                <a:spcPct val="80000"/>
              </a:lnSpc>
              <a:buNone/>
            </a:pPr>
            <a:r>
              <a:rPr lang="en-US" sz="2200" dirty="0">
                <a:solidFill>
                  <a:srgbClr val="5B6472"/>
                </a:solidFill>
                <a:latin typeface="Aptos" pitchFamily="34" charset="0"/>
                <a:ea typeface="Aptos" pitchFamily="34" charset="-122"/>
                <a:cs typeface="Aptos" pitchFamily="34" charset="-120"/>
              </a:rPr>
              <a:t>Supporting line</a:t>
            </a:r>
            <a:endParaRPr lang="en-US" sz="2200" dirty="0"/>
          </a:p>
        </p:txBody>
      </p:sp>
      <p:sp>
        <p:nvSpPr>
          <p:cNvPr id="4" name="Statement facts"/>
          <p:cNvSpPr>
            <a:spLocks noGrp="1"/>
          </p:cNvSpPr>
          <p:nvPr>
            <p:ph type="body" idx="102" hasCustomPrompt="1"/>
          </p:nvPr>
        </p:nvSpPr>
        <p:spPr>
          <a:xfrm>
            <a:off x="7863840" y="4251960"/>
            <a:ext cx="3693262" cy="1097280"/>
          </a:xfrm>
          <a:prstGeom prst="rect">
            <a:avLst/>
          </a:prstGeom>
          <a:noFill/>
          <a:ln/>
        </p:spPr>
        <p:txBody>
          <a:bodyPr wrap="square" lIns="0" tIns="0" rIns="0" bIns="0" rtlCol="0" anchor="t"/>
          <a:lstStyle>
            <a:lvl1pPr marL="0" indent="0" algn="r">
              <a:lnSpc>
                <a:spcPct val="80000"/>
              </a:lnSpc>
              <a:spcAft>
                <a:spcPts val="600"/>
              </a:spcAft>
              <a:buNone/>
              <a:defRPr lang="en-US" sz="1600" dirty="0">
                <a:solidFill>
                  <a:srgbClr val="060E1D"/>
                </a:solidFill>
                <a:latin typeface="Aptos" pitchFamily="34" charset="0"/>
                <a:ea typeface="Aptos" pitchFamily="34" charset="-122"/>
                <a:cs typeface="Aptos" pitchFamily="34" charset="-120"/>
              </a:defRPr>
            </a:lvl1pPr>
          </a:lstStyle>
          <a:p>
            <a:pPr marL="0" indent="0" algn="r">
              <a:lnSpc>
                <a:spcPct val="80000"/>
              </a:lnSpc>
              <a:spcAft>
                <a:spcPts val="600"/>
              </a:spcAft>
              <a:buNone/>
            </a:pPr>
            <a:r>
              <a:rPr lang="en-US" sz="1600" dirty="0">
                <a:solidFill>
                  <a:srgbClr val="060E1D"/>
                </a:solidFill>
                <a:latin typeface="Aptos" pitchFamily="34" charset="0"/>
                <a:ea typeface="Aptos" pitchFamily="34" charset="-122"/>
                <a:cs typeface="Aptos" pitchFamily="34" charset="-120"/>
              </a:rPr>
              <a:t>Fact one</a:t>
            </a:r>
            <a:endParaRPr lang="en-US" sz="1600" dirty="0"/>
          </a:p>
          <a:p>
            <a:pPr marL="0" indent="0" algn="r">
              <a:lnSpc>
                <a:spcPct val="80000"/>
              </a:lnSpc>
              <a:spcAft>
                <a:spcPts val="600"/>
              </a:spcAft>
              <a:buNone/>
            </a:pPr>
            <a:r>
              <a:rPr lang="en-US" sz="1600" dirty="0">
                <a:solidFill>
                  <a:srgbClr val="060E1D"/>
                </a:solidFill>
                <a:latin typeface="Aptos" pitchFamily="34" charset="0"/>
                <a:ea typeface="Aptos" pitchFamily="34" charset="-122"/>
                <a:cs typeface="Aptos" pitchFamily="34" charset="-120"/>
              </a:rPr>
              <a:t>Fact two</a:t>
            </a:r>
            <a:endParaRPr lang="en-US" sz="1600" dirty="0"/>
          </a:p>
          <a:p>
            <a:pPr marL="0" indent="0" algn="r">
              <a:lnSpc>
                <a:spcPct val="80000"/>
              </a:lnSpc>
              <a:spcAft>
                <a:spcPts val="600"/>
              </a:spcAft>
              <a:buNone/>
            </a:pPr>
            <a:r>
              <a:rPr lang="en-US" sz="1600" dirty="0">
                <a:solidFill>
                  <a:srgbClr val="060E1D"/>
                </a:solidFill>
                <a:latin typeface="Aptos" pitchFamily="34" charset="0"/>
                <a:ea typeface="Aptos" pitchFamily="34" charset="-122"/>
                <a:cs typeface="Aptos" pitchFamily="34" charset="-120"/>
              </a:rPr>
              <a:t>Fact three</a:t>
            </a:r>
            <a:endParaRPr lang="en-US" sz="1600" dirty="0"/>
          </a:p>
        </p:txBody>
      </p:sp>
      <p:pic>
        <p:nvPicPr>
          <p:cNvPr id="5" name="Image 0" descr="assets/logo_dark.png"/>
          <p:cNvPicPr>
            <a:picLocks noChangeAspect="1"/>
          </p:cNvPicPr>
          <p:nvPr/>
        </p:nvPicPr>
        <p:blipFill>
          <a:blip r:embed="rId3"/>
          <a:stretch>
            <a:fillRect/>
          </a:stretch>
        </p:blipFill>
        <p:spPr>
          <a:xfrm>
            <a:off x="634594" y="6233465"/>
            <a:ext cx="636422" cy="225857"/>
          </a:xfrm>
          <a:prstGeom prst="rect">
            <a:avLst/>
          </a:prstGeom>
        </p:spPr>
      </p:pic>
      <p:sp>
        <p:nvSpPr>
          <p:cNvPr id="6"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Blank · light">
    <p:bg>
      <p:bgPr>
        <a:solidFill>
          <a:srgbClr val="FFFFFF"/>
        </a:solidFill>
        <a:effectLst/>
      </p:bgPr>
    </p:bg>
    <p:spTree>
      <p:nvGrpSpPr>
        <p:cNvPr id="1" name=""/>
        <p:cNvGrpSpPr/>
        <p:nvPr/>
      </p:nvGrpSpPr>
      <p:grpSpPr>
        <a:xfrm>
          <a:off x="0" y="0"/>
          <a:ext cx="0" cy="0"/>
          <a:chOff x="0" y="0"/>
          <a:chExt cx="0" cy="0"/>
        </a:xfrm>
      </p:grpSpPr>
      <p:pic>
        <p:nvPicPr>
          <p:cNvPr id="2" name="Image 0" descr="assets/logo_dark.png"/>
          <p:cNvPicPr>
            <a:picLocks noChangeAspect="1"/>
          </p:cNvPicPr>
          <p:nvPr/>
        </p:nvPicPr>
        <p:blipFill>
          <a:blip r:embed="rId2"/>
          <a:stretch>
            <a:fillRect/>
          </a:stretch>
        </p:blipFill>
        <p:spPr>
          <a:xfrm>
            <a:off x="634594" y="6233465"/>
            <a:ext cx="636422" cy="225857"/>
          </a:xfrm>
          <a:prstGeom prst="rect">
            <a:avLst/>
          </a:prstGeom>
        </p:spPr>
      </p:pic>
      <p:sp>
        <p:nvSpPr>
          <p:cNvPr id="3"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060E1D"/>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060E1D"/>
                </a:solidFill>
                <a:latin typeface="Aptos" pitchFamily="34" charset="0"/>
                <a:ea typeface="Aptos" pitchFamily="34" charset="-122"/>
                <a:cs typeface="Aptos" pitchFamily="34" charset="-120"/>
              </a:rPr>
              <a:t>Delivered.</a:t>
            </a:r>
            <a:endParaRPr lang="en-US" sz="800" dirty="0"/>
          </a:p>
        </p:txBody>
      </p:sp>
      <p:sp>
        <p:nvSpPr>
          <p:cNvPr id="4" name="Source"/>
          <p:cNvSpPr>
            <a:spLocks noGrp="1"/>
          </p:cNvSpPr>
          <p:nvPr>
            <p:ph type="body" idx="102"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5B6472"/>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5B6472"/>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Blank · dark">
    <p:bg>
      <p:bgPr>
        <a:solidFill>
          <a:srgbClr val="060E1D"/>
        </a:solidFill>
        <a:effectLst/>
      </p:bgPr>
    </p:bg>
    <p:spTree>
      <p:nvGrpSpPr>
        <p:cNvPr id="1" name=""/>
        <p:cNvGrpSpPr/>
        <p:nvPr/>
      </p:nvGrpSpPr>
      <p:grpSpPr>
        <a:xfrm>
          <a:off x="0" y="0"/>
          <a:ext cx="0" cy="0"/>
          <a:chOff x="0" y="0"/>
          <a:chExt cx="0" cy="0"/>
        </a:xfrm>
      </p:grpSpPr>
      <p:pic>
        <p:nvPicPr>
          <p:cNvPr id="2" name="Image 0" descr="assets/logo_white.png"/>
          <p:cNvPicPr>
            <a:picLocks noChangeAspect="1"/>
          </p:cNvPicPr>
          <p:nvPr/>
        </p:nvPicPr>
        <p:blipFill>
          <a:blip r:embed="rId2"/>
          <a:stretch>
            <a:fillRect/>
          </a:stretch>
        </p:blipFill>
        <p:spPr>
          <a:xfrm>
            <a:off x="634594" y="6233465"/>
            <a:ext cx="636422" cy="225857"/>
          </a:xfrm>
          <a:prstGeom prst="rect">
            <a:avLst/>
          </a:prstGeom>
        </p:spPr>
      </p:pic>
      <p:sp>
        <p:nvSpPr>
          <p:cNvPr id="3" name="Text 0"/>
          <p:cNvSpPr/>
          <p:nvPr/>
        </p:nvSpPr>
        <p:spPr>
          <a:xfrm>
            <a:off x="1419149" y="6190488"/>
            <a:ext cx="1325880" cy="310896"/>
          </a:xfrm>
          <a:prstGeom prst="rect">
            <a:avLst/>
          </a:prstGeom>
          <a:noFill/>
          <a:ln/>
        </p:spPr>
        <p:txBody>
          <a:bodyPr wrap="square" lIns="0" tIns="0" rIns="0" bIns="0" rtlCol="0" anchor="ctr"/>
          <a:lstStyle/>
          <a:p>
            <a:pPr marL="0" indent="0">
              <a:lnSpc>
                <a:spcPct val="100000"/>
              </a:lnSpc>
              <a:buNone/>
            </a:pPr>
            <a:r>
              <a:rPr lang="en-US" sz="800" dirty="0">
                <a:solidFill>
                  <a:srgbClr val="FFFFFF"/>
                </a:solidFill>
                <a:latin typeface="Aptos" pitchFamily="34" charset="0"/>
                <a:ea typeface="Aptos" pitchFamily="34" charset="-122"/>
                <a:cs typeface="Aptos" pitchFamily="34" charset="-120"/>
              </a:rPr>
              <a:t>Quantum computers.</a:t>
            </a:r>
            <a:endParaRPr lang="en-US" sz="800" dirty="0"/>
          </a:p>
          <a:p>
            <a:pPr marL="0" indent="0">
              <a:lnSpc>
                <a:spcPct val="100000"/>
              </a:lnSpc>
              <a:buNone/>
            </a:pPr>
            <a:r>
              <a:rPr lang="en-US" sz="800" dirty="0">
                <a:solidFill>
                  <a:srgbClr val="FFFFFF"/>
                </a:solidFill>
                <a:latin typeface="Aptos" pitchFamily="34" charset="0"/>
                <a:ea typeface="Aptos" pitchFamily="34" charset="-122"/>
                <a:cs typeface="Aptos" pitchFamily="34" charset="-120"/>
              </a:rPr>
              <a:t>Delivered.</a:t>
            </a:r>
            <a:endParaRPr lang="en-US" sz="800" dirty="0"/>
          </a:p>
        </p:txBody>
      </p:sp>
      <p:sp>
        <p:nvSpPr>
          <p:cNvPr id="4" name="Source"/>
          <p:cNvSpPr>
            <a:spLocks noGrp="1"/>
          </p:cNvSpPr>
          <p:nvPr>
            <p:ph type="body" idx="102" hasCustomPrompt="1"/>
          </p:nvPr>
        </p:nvSpPr>
        <p:spPr>
          <a:xfrm>
            <a:off x="3017520" y="6208776"/>
            <a:ext cx="8082382" cy="274320"/>
          </a:xfrm>
          <a:prstGeom prst="rect">
            <a:avLst/>
          </a:prstGeom>
          <a:noFill/>
          <a:ln/>
        </p:spPr>
        <p:txBody>
          <a:bodyPr wrap="square" lIns="0" tIns="0" rIns="0" bIns="0" rtlCol="0" anchor="ctr"/>
          <a:lstStyle>
            <a:lvl1pPr marL="0" indent="0" algn="r">
              <a:lnSpc>
                <a:spcPct val="80000"/>
              </a:lnSpc>
              <a:buNone/>
              <a:defRPr lang="en-US" sz="800" dirty="0">
                <a:solidFill>
                  <a:srgbClr val="B7BFCA"/>
                </a:solidFill>
                <a:latin typeface="Aptos" pitchFamily="34" charset="0"/>
                <a:ea typeface="Aptos" pitchFamily="34" charset="-122"/>
                <a:cs typeface="Aptos" pitchFamily="34" charset="-120"/>
              </a:defRPr>
            </a:lvl1pPr>
          </a:lstStyle>
          <a:p>
            <a:pPr marL="0" indent="0" algn="r">
              <a:lnSpc>
                <a:spcPct val="80000"/>
              </a:lnSpc>
              <a:buNone/>
            </a:pPr>
            <a:r>
              <a:rPr lang="en-US" sz="800" dirty="0">
                <a:solidFill>
                  <a:srgbClr val="B7BFCA"/>
                </a:solidFill>
                <a:latin typeface="Aptos" pitchFamily="34" charset="0"/>
                <a:ea typeface="Aptos" pitchFamily="34" charset="-122"/>
                <a:cs typeface="Aptos" pitchFamily="34" charset="-120"/>
              </a:rPr>
              <a:t>Source: [publisher, title, year]</a:t>
            </a:r>
            <a:endParaRPr lang="en-US" sz="800" dirty="0"/>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FFFFFF"/>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 id="2147483716" r:id="rId68"/>
    <p:sldLayoutId id="2147483717" r:id="rId69"/>
    <p:sldLayoutId id="2147483718" r:id="rId70"/>
    <p:sldLayoutId id="2147483719" r:id="rId71"/>
    <p:sldLayoutId id="2147483720" r:id="rId72"/>
    <p:sldLayoutId id="2147483721" r:id="rId73"/>
    <p:sldLayoutId id="2147483722" r:id="rId74"/>
    <p:sldLayoutId id="2147483723" r:id="rId75"/>
    <p:sldLayoutId id="2147483724" r:id="rId76"/>
    <p:sldLayoutId id="2147483725" r:id="rId77"/>
    <p:sldLayoutId id="2147483726" r:id="rId78"/>
  </p:sldLayoutIdLst>
  <p:hf sldNum="0" hdr="0" ftr="0" dt="0"/>
  <p:txStyles>
    <p:titleStyle>
      <a:lvl1pPr algn="ctr"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lnSpc>
          <a:spcPct val="80000"/>
        </a:lnSpc>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lnSpc>
          <a:spcPct val="80000"/>
        </a:lnSpc>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80000"/>
        </a:lnSpc>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80000"/>
        </a:lnSpc>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80000"/>
        </a:lnSpc>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80000"/>
        </a:lnSpc>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80000"/>
        </a:lnSpc>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80000"/>
        </a:lnSpc>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80000"/>
        </a:lnSpc>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lnSpc>
          <a:spcPct val="80000"/>
        </a:lnSpc>
        <a:defRPr sz="1800" kern="1200">
          <a:solidFill>
            <a:schemeClr val="tx1"/>
          </a:solidFill>
          <a:latin typeface="+mn-lt"/>
          <a:ea typeface="+mn-ea"/>
          <a:cs typeface="+mn-cs"/>
        </a:defRPr>
      </a:lvl1pPr>
      <a:lvl2pPr marL="457200" algn="l" defTabSz="914400" rtl="0" eaLnBrk="1" latinLnBrk="0" hangingPunct="1">
        <a:lnSpc>
          <a:spcPct val="80000"/>
        </a:lnSpc>
        <a:defRPr sz="1800" kern="1200">
          <a:solidFill>
            <a:schemeClr val="tx1"/>
          </a:solidFill>
          <a:latin typeface="+mn-lt"/>
          <a:ea typeface="+mn-ea"/>
          <a:cs typeface="+mn-cs"/>
        </a:defRPr>
      </a:lvl2pPr>
      <a:lvl3pPr marL="914400" algn="l" defTabSz="914400" rtl="0" eaLnBrk="1" latinLnBrk="0" hangingPunct="1">
        <a:lnSpc>
          <a:spcPct val="80000"/>
        </a:lnSpc>
        <a:defRPr sz="1800" kern="1200">
          <a:solidFill>
            <a:schemeClr val="tx1"/>
          </a:solidFill>
          <a:latin typeface="+mn-lt"/>
          <a:ea typeface="+mn-ea"/>
          <a:cs typeface="+mn-cs"/>
        </a:defRPr>
      </a:lvl3pPr>
      <a:lvl4pPr marL="1371600" algn="l" defTabSz="914400" rtl="0" eaLnBrk="1" latinLnBrk="0" hangingPunct="1">
        <a:lnSpc>
          <a:spcPct val="80000"/>
        </a:lnSpc>
        <a:defRPr sz="1800" kern="1200">
          <a:solidFill>
            <a:schemeClr val="tx1"/>
          </a:solidFill>
          <a:latin typeface="+mn-lt"/>
          <a:ea typeface="+mn-ea"/>
          <a:cs typeface="+mn-cs"/>
        </a:defRPr>
      </a:lvl4pPr>
      <a:lvl5pPr marL="1828800" algn="l" defTabSz="914400" rtl="0" eaLnBrk="1" latinLnBrk="0" hangingPunct="1">
        <a:lnSpc>
          <a:spcPct val="80000"/>
        </a:lnSpc>
        <a:defRPr sz="1800" kern="1200">
          <a:solidFill>
            <a:schemeClr val="tx1"/>
          </a:solidFill>
          <a:latin typeface="+mn-lt"/>
          <a:ea typeface="+mn-ea"/>
          <a:cs typeface="+mn-cs"/>
        </a:defRPr>
      </a:lvl5pPr>
      <a:lvl6pPr marL="2286000" algn="l" defTabSz="914400" rtl="0" eaLnBrk="1" latinLnBrk="0" hangingPunct="1">
        <a:lnSpc>
          <a:spcPct val="80000"/>
        </a:lnSpc>
        <a:defRPr sz="1800" kern="1200">
          <a:solidFill>
            <a:schemeClr val="tx1"/>
          </a:solidFill>
          <a:latin typeface="+mn-lt"/>
          <a:ea typeface="+mn-ea"/>
          <a:cs typeface="+mn-cs"/>
        </a:defRPr>
      </a:lvl6pPr>
      <a:lvl7pPr marL="2743200" algn="l" defTabSz="914400" rtl="0" eaLnBrk="1" latinLnBrk="0" hangingPunct="1">
        <a:lnSpc>
          <a:spcPct val="80000"/>
        </a:lnSpc>
        <a:defRPr sz="1800" kern="1200">
          <a:solidFill>
            <a:schemeClr val="tx1"/>
          </a:solidFill>
          <a:latin typeface="+mn-lt"/>
          <a:ea typeface="+mn-ea"/>
          <a:cs typeface="+mn-cs"/>
        </a:defRPr>
      </a:lvl7pPr>
      <a:lvl8pPr marL="3200400" algn="l" defTabSz="914400" rtl="0" eaLnBrk="1" latinLnBrk="0" hangingPunct="1">
        <a:lnSpc>
          <a:spcPct val="80000"/>
        </a:lnSpc>
        <a:defRPr sz="1800" kern="1200">
          <a:solidFill>
            <a:schemeClr val="tx1"/>
          </a:solidFill>
          <a:latin typeface="+mn-lt"/>
          <a:ea typeface="+mn-ea"/>
          <a:cs typeface="+mn-cs"/>
        </a:defRPr>
      </a:lvl8pPr>
      <a:lvl9pPr marL="3657600" algn="l" defTabSz="914400" rtl="0" eaLnBrk="1" latinLnBrk="0" hangingPunct="1">
        <a:lnSpc>
          <a:spcPct val="80000"/>
        </a:lnSpc>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image" Target="../media/image17.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image" Target="../media/image18.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image" Target="../media/image19.jpg"/><Relationship Id="rId3" Type="http://schemas.openxmlformats.org/officeDocument/2006/relationships/image" Target="../media/image20.jp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image" Target="../media/image23.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Hands-on workshop</a:t>
            </a:r>
          </a:p>
        </p:txBody>
      </p:sp>
      <p:sp>
        <p:nvSpPr>
          <p:cNvPr id="3" name="Title 2"/>
          <p:cNvSpPr>
            <a:spLocks noGrp="1"/>
          </p:cNvSpPr>
          <p:nvPr>
            <p:ph type="title" idx="101"/>
          </p:nvPr>
        </p:nvSpPr>
        <p:spPr/>
        <p:txBody>
          <a:bodyPr/>
          <a:lstStyle/>
          <a:p>
            <a:r>
              <a:t>Hybrid quantum + HPC with IQM</a:t>
            </a:r>
          </a:p>
        </p:txBody>
      </p:sp>
      <p:sp>
        <p:nvSpPr>
          <p:cNvPr id="4" name="Text Placeholder 3"/>
          <p:cNvSpPr>
            <a:spLocks noGrp="1"/>
          </p:cNvSpPr>
          <p:nvPr>
            <p:ph type="body" idx="102"/>
          </p:nvPr>
        </p:nvSpPr>
        <p:spPr/>
        <p:txBody>
          <a:bodyPr/>
          <a:lstStyle/>
          <a:p>
            <a:r>
              <a:t>[Presenter name]</a:t>
            </a:r>
          </a:p>
        </p:txBody>
      </p:sp>
      <p:sp>
        <p:nvSpPr>
          <p:cNvPr id="5" name="Text Placeholder 4"/>
          <p:cNvSpPr>
            <a:spLocks noGrp="1"/>
          </p:cNvSpPr>
          <p:nvPr>
            <p:ph type="body" idx="103"/>
          </p:nvPr>
        </p:nvSpPr>
        <p:spPr/>
        <p:txBody>
          <a:bodyPr/>
          <a:lstStyle/>
          <a:p>
            <a:r>
              <a:t>[Venue] · [Date] · QDMI · Qrisp · Slurm · AMD GPUs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Three hours, seven blocks, three labs</a:t>
            </a:r>
          </a:p>
        </p:txBody>
      </p:sp>
      <p:graphicFrame>
        <p:nvGraphicFramePr>
          <p:cNvPr id="3" name="Table Placeholder 2"/>
          <p:cNvGraphicFramePr>
            <a:graphicFrameLocks noGrp="1"/>
          </p:cNvGraphicFramePr>
          <p:nvPr>
            <p:ph type="tbl" idx="101"/>
          </p:nvPr>
        </p:nvGraphicFramePr>
        <p:xfrm>
          <a:off x="634594" y="1691640"/>
          <a:ext cx="10922505" cy="4023360"/>
        </p:xfrm>
        <a:graphic>
          <a:graphicData uri="http://schemas.openxmlformats.org/drawingml/2006/table">
            <a:tbl>
              <a:tblPr firstRow="1" bandRow="1">
                <a:tableStyleId>{5C22544A-7EE6-4342-B048-85BDC9FD1C3A}</a:tableStyleId>
              </a:tblPr>
              <a:tblGrid>
                <a:gridCol w="655350"/>
                <a:gridCol w="6553504"/>
                <a:gridCol w="1092250"/>
                <a:gridCol w="2621401"/>
              </a:tblGrid>
              <a:tr h="502920">
                <a:tc>
                  <a:txBody>
                    <a:bodyPr/>
                    <a:lstStyle/>
                    <a:p>
                      <a:r>
                        <a:rPr sz="1500" b="1">
                          <a:solidFill>
                            <a:srgbClr val="FFFFFF"/>
                          </a:solidFill>
                        </a:rPr>
                        <a:t>#</a:t>
                      </a:r>
                    </a:p>
                  </a:txBody>
                  <a:tcPr marL="109728" marR="109728" marT="54864" marB="54864" anchor="ctr">
                    <a:solidFill>
                      <a:srgbClr val="060E1D"/>
                    </a:solidFill>
                  </a:tcPr>
                </a:tc>
                <a:tc>
                  <a:txBody>
                    <a:bodyPr/>
                    <a:lstStyle/>
                    <a:p>
                      <a:r>
                        <a:rPr sz="1500" b="1">
                          <a:solidFill>
                            <a:srgbClr val="FFFFFF"/>
                          </a:solidFill>
                        </a:rPr>
                        <a:t>Block</a:t>
                      </a:r>
                    </a:p>
                  </a:txBody>
                  <a:tcPr marL="109728" marR="109728" marT="54864" marB="54864" anchor="ctr">
                    <a:solidFill>
                      <a:srgbClr val="060E1D"/>
                    </a:solidFill>
                  </a:tcPr>
                </a:tc>
                <a:tc>
                  <a:txBody>
                    <a:bodyPr/>
                    <a:lstStyle/>
                    <a:p>
                      <a:r>
                        <a:rPr sz="1500" b="1">
                          <a:solidFill>
                            <a:srgbClr val="FFFFFF"/>
                          </a:solidFill>
                        </a:rPr>
                        <a:t>Min</a:t>
                      </a:r>
                    </a:p>
                  </a:txBody>
                  <a:tcPr marL="109728" marR="109728" marT="54864" marB="54864" anchor="ctr">
                    <a:solidFill>
                      <a:srgbClr val="060E1D"/>
                    </a:solidFill>
                  </a:tcPr>
                </a:tc>
                <a:tc>
                  <a:txBody>
                    <a:bodyPr/>
                    <a:lstStyle/>
                    <a:p>
                      <a:r>
                        <a:rPr sz="1500" b="1">
                          <a:solidFill>
                            <a:srgbClr val="FFFFFF"/>
                          </a:solidFill>
                        </a:rPr>
                        <a:t>Format</a:t>
                      </a:r>
                    </a:p>
                  </a:txBody>
                  <a:tcPr marL="109728" marR="109728" marT="54864" marB="54864" anchor="ctr">
                    <a:solidFill>
                      <a:srgbClr val="060E1D"/>
                    </a:solidFill>
                  </a:tcPr>
                </a:tc>
              </a:tr>
              <a:tr h="502920">
                <a:tc>
                  <a:txBody>
                    <a:bodyPr/>
                    <a:lstStyle/>
                    <a:p>
                      <a:r>
                        <a:rPr sz="1500">
                          <a:solidFill>
                            <a:srgbClr val="060E1D"/>
                          </a:solidFill>
                        </a:rPr>
                        <a:t>1</a:t>
                      </a:r>
                    </a:p>
                  </a:txBody>
                  <a:tcPr marL="109728" marR="109728" marT="54864" marB="54864" anchor="ctr">
                    <a:solidFill>
                      <a:srgbClr val="FFFFFF"/>
                    </a:solidFill>
                  </a:tcPr>
                </a:tc>
                <a:tc>
                  <a:txBody>
                    <a:bodyPr/>
                    <a:lstStyle/>
                    <a:p>
                      <a:r>
                        <a:rPr sz="1500">
                          <a:solidFill>
                            <a:srgbClr val="060E1D"/>
                          </a:solidFill>
                        </a:rPr>
                        <a:t>Who is IQM · the Resonance cloud</a:t>
                      </a:r>
                    </a:p>
                  </a:txBody>
                  <a:tcPr marL="109728" marR="109728" marT="54864" marB="54864" anchor="ctr">
                    <a:solidFill>
                      <a:srgbClr val="FFFFFF"/>
                    </a:solidFill>
                  </a:tcPr>
                </a:tc>
                <a:tc>
                  <a:txBody>
                    <a:bodyPr/>
                    <a:lstStyle/>
                    <a:p>
                      <a:r>
                        <a:rPr sz="1500">
                          <a:solidFill>
                            <a:srgbClr val="060E1D"/>
                          </a:solidFill>
                        </a:rPr>
                        <a:t>15</a:t>
                      </a:r>
                    </a:p>
                  </a:txBody>
                  <a:tcPr marL="109728" marR="109728" marT="54864" marB="54864" anchor="ctr">
                    <a:solidFill>
                      <a:srgbClr val="FFFFFF"/>
                    </a:solidFill>
                  </a:tcPr>
                </a:tc>
                <a:tc>
                  <a:txBody>
                    <a:bodyPr/>
                    <a:lstStyle/>
                    <a:p>
                      <a:r>
                        <a:rPr sz="1500">
                          <a:solidFill>
                            <a:srgbClr val="060E1D"/>
                          </a:solidFill>
                        </a:rPr>
                        <a:t>talk + live UI</a:t>
                      </a:r>
                    </a:p>
                  </a:txBody>
                  <a:tcPr marL="109728" marR="109728" marT="54864" marB="54864" anchor="ctr">
                    <a:solidFill>
                      <a:srgbClr val="FFFFFF"/>
                    </a:solidFill>
                  </a:tcPr>
                </a:tc>
              </a:tr>
              <a:tr h="502920">
                <a:tc>
                  <a:txBody>
                    <a:bodyPr/>
                    <a:lstStyle/>
                    <a:p>
                      <a:r>
                        <a:rPr sz="1500">
                          <a:solidFill>
                            <a:srgbClr val="060E1D"/>
                          </a:solidFill>
                        </a:rPr>
                        <a:t>2</a:t>
                      </a:r>
                    </a:p>
                  </a:txBody>
                  <a:tcPr marL="109728" marR="109728" marT="54864" marB="54864" anchor="ctr">
                    <a:solidFill>
                      <a:srgbClr val="F3F4F5"/>
                    </a:solidFill>
                  </a:tcPr>
                </a:tc>
                <a:tc>
                  <a:txBody>
                    <a:bodyPr/>
                    <a:lstStyle/>
                    <a:p>
                      <a:r>
                        <a:rPr sz="1500">
                          <a:solidFill>
                            <a:srgbClr val="060E1D"/>
                          </a:solidFill>
                        </a:rPr>
                        <a:t>Structure of an HPC + QC supercomputer</a:t>
                      </a:r>
                    </a:p>
                  </a:txBody>
                  <a:tcPr marL="109728" marR="109728" marT="54864" marB="54864" anchor="ctr">
                    <a:solidFill>
                      <a:srgbClr val="F3F4F5"/>
                    </a:solidFill>
                  </a:tcPr>
                </a:tc>
                <a:tc>
                  <a:txBody>
                    <a:bodyPr/>
                    <a:lstStyle/>
                    <a:p>
                      <a:r>
                        <a:rPr sz="1500">
                          <a:solidFill>
                            <a:srgbClr val="060E1D"/>
                          </a:solidFill>
                        </a:rPr>
                        <a:t>15</a:t>
                      </a:r>
                    </a:p>
                  </a:txBody>
                  <a:tcPr marL="109728" marR="109728" marT="54864" marB="54864" anchor="ctr">
                    <a:solidFill>
                      <a:srgbClr val="F3F4F5"/>
                    </a:solidFill>
                  </a:tcPr>
                </a:tc>
                <a:tc>
                  <a:txBody>
                    <a:bodyPr/>
                    <a:lstStyle/>
                    <a:p>
                      <a:r>
                        <a:rPr sz="1500">
                          <a:solidFill>
                            <a:srgbClr val="060E1D"/>
                          </a:solidFill>
                        </a:rPr>
                        <a:t>talk</a:t>
                      </a:r>
                    </a:p>
                  </a:txBody>
                  <a:tcPr marL="109728" marR="109728" marT="54864" marB="54864" anchor="ctr">
                    <a:solidFill>
                      <a:srgbClr val="F3F4F5"/>
                    </a:solidFill>
                  </a:tcPr>
                </a:tc>
              </a:tr>
              <a:tr h="502920">
                <a:tc>
                  <a:txBody>
                    <a:bodyPr/>
                    <a:lstStyle/>
                    <a:p>
                      <a:r>
                        <a:rPr sz="1500">
                          <a:solidFill>
                            <a:srgbClr val="060E1D"/>
                          </a:solidFill>
                        </a:rPr>
                        <a:t>3</a:t>
                      </a:r>
                    </a:p>
                  </a:txBody>
                  <a:tcPr marL="109728" marR="109728" marT="54864" marB="54864" anchor="ctr">
                    <a:solidFill>
                      <a:srgbClr val="FFFFFF"/>
                    </a:solidFill>
                  </a:tcPr>
                </a:tc>
                <a:tc>
                  <a:txBody>
                    <a:bodyPr/>
                    <a:lstStyle/>
                    <a:p>
                      <a:r>
                        <a:rPr sz="1500">
                          <a:solidFill>
                            <a:srgbClr val="060E1D"/>
                          </a:solidFill>
                        </a:rPr>
                        <a:t>QDMI and running it on your computer</a:t>
                      </a:r>
                    </a:p>
                  </a:txBody>
                  <a:tcPr marL="109728" marR="109728" marT="54864" marB="54864" anchor="ctr">
                    <a:solidFill>
                      <a:srgbClr val="FFFFFF"/>
                    </a:solidFill>
                  </a:tcPr>
                </a:tc>
                <a:tc>
                  <a:txBody>
                    <a:bodyPr/>
                    <a:lstStyle/>
                    <a:p>
                      <a:r>
                        <a:rPr sz="1500">
                          <a:solidFill>
                            <a:srgbClr val="060E1D"/>
                          </a:solidFill>
                        </a:rPr>
                        <a:t>30</a:t>
                      </a:r>
                    </a:p>
                  </a:txBody>
                  <a:tcPr marL="109728" marR="109728" marT="54864" marB="54864" anchor="ctr">
                    <a:solidFill>
                      <a:srgbClr val="FFFFFF"/>
                    </a:solidFill>
                  </a:tcPr>
                </a:tc>
                <a:tc>
                  <a:txBody>
                    <a:bodyPr/>
                    <a:lstStyle/>
                    <a:p>
                      <a:r>
                        <a:rPr b="1" sz="1500">
                          <a:solidFill>
                            <a:srgbClr val="060E1D"/>
                          </a:solidFill>
                        </a:rPr>
                        <a:t>Lab 1</a:t>
                      </a:r>
                    </a:p>
                  </a:txBody>
                  <a:tcPr marL="109728" marR="109728" marT="54864" marB="54864" anchor="ctr">
                    <a:solidFill>
                      <a:srgbClr val="FFFFFF"/>
                    </a:solidFill>
                  </a:tcPr>
                </a:tc>
              </a:tr>
              <a:tr h="502920">
                <a:tc>
                  <a:txBody>
                    <a:bodyPr/>
                    <a:lstStyle/>
                    <a:p>
                      <a:r>
                        <a:rPr sz="1500">
                          <a:solidFill>
                            <a:srgbClr val="060E1D"/>
                          </a:solidFill>
                        </a:rPr>
                        <a:t>4</a:t>
                      </a:r>
                    </a:p>
                  </a:txBody>
                  <a:tcPr marL="109728" marR="109728" marT="54864" marB="54864" anchor="ctr">
                    <a:solidFill>
                      <a:srgbClr val="F3F4F5"/>
                    </a:solidFill>
                  </a:tcPr>
                </a:tc>
                <a:tc>
                  <a:txBody>
                    <a:bodyPr/>
                    <a:lstStyle/>
                    <a:p>
                      <a:r>
                        <a:rPr sz="1500">
                          <a:solidFill>
                            <a:srgbClr val="060E1D"/>
                          </a:solidFill>
                        </a:rPr>
                        <a:t>Hybrid algorithms on Resonance, then through QDMI</a:t>
                      </a:r>
                    </a:p>
                  </a:txBody>
                  <a:tcPr marL="109728" marR="109728" marT="54864" marB="54864" anchor="ctr">
                    <a:solidFill>
                      <a:srgbClr val="F3F4F5"/>
                    </a:solidFill>
                  </a:tcPr>
                </a:tc>
                <a:tc>
                  <a:txBody>
                    <a:bodyPr/>
                    <a:lstStyle/>
                    <a:p>
                      <a:r>
                        <a:rPr sz="1500">
                          <a:solidFill>
                            <a:srgbClr val="060E1D"/>
                          </a:solidFill>
                        </a:rPr>
                        <a:t>30</a:t>
                      </a:r>
                    </a:p>
                  </a:txBody>
                  <a:tcPr marL="109728" marR="109728" marT="54864" marB="54864" anchor="ctr">
                    <a:solidFill>
                      <a:srgbClr val="F3F4F5"/>
                    </a:solidFill>
                  </a:tcPr>
                </a:tc>
                <a:tc>
                  <a:txBody>
                    <a:bodyPr/>
                    <a:lstStyle/>
                    <a:p>
                      <a:r>
                        <a:rPr b="1" sz="1500">
                          <a:solidFill>
                            <a:srgbClr val="060E1D"/>
                          </a:solidFill>
                        </a:rPr>
                        <a:t>Lab 2</a:t>
                      </a:r>
                      <a:r>
                        <a:rPr sz="1500">
                          <a:solidFill>
                            <a:srgbClr val="060E1D"/>
                          </a:solidFill>
                        </a:rPr>
                        <a:t> · Qrisp</a:t>
                      </a:r>
                    </a:p>
                  </a:txBody>
                  <a:tcPr marL="109728" marR="109728" marT="54864" marB="54864" anchor="ctr">
                    <a:solidFill>
                      <a:srgbClr val="F3F4F5"/>
                    </a:solidFill>
                  </a:tcPr>
                </a:tc>
              </a:tr>
              <a:tr h="502920">
                <a:tc>
                  <a:txBody>
                    <a:bodyPr/>
                    <a:lstStyle/>
                    <a:p>
                      <a:r>
                        <a:rPr sz="1500">
                          <a:solidFill>
                            <a:srgbClr val="060E1D"/>
                          </a:solidFill>
                        </a:rPr>
                        <a:t>5</a:t>
                      </a:r>
                    </a:p>
                  </a:txBody>
                  <a:tcPr marL="109728" marR="109728" marT="54864" marB="54864" anchor="ctr">
                    <a:solidFill>
                      <a:srgbClr val="FFFFFF"/>
                    </a:solidFill>
                  </a:tcPr>
                </a:tc>
                <a:tc>
                  <a:txBody>
                    <a:bodyPr/>
                    <a:lstStyle/>
                    <a:p>
                      <a:r>
                        <a:rPr sz="1500">
                          <a:solidFill>
                            <a:srgbClr val="060E1D"/>
                          </a:solidFill>
                        </a:rPr>
                        <a:t>Optional: QSCI on an AMD GPU via Slurm</a:t>
                      </a:r>
                    </a:p>
                  </a:txBody>
                  <a:tcPr marL="109728" marR="109728" marT="54864" marB="54864" anchor="ctr">
                    <a:solidFill>
                      <a:srgbClr val="FFFFFF"/>
                    </a:solidFill>
                  </a:tcPr>
                </a:tc>
                <a:tc>
                  <a:txBody>
                    <a:bodyPr/>
                    <a:lstStyle/>
                    <a:p>
                      <a:r>
                        <a:rPr sz="1500">
                          <a:solidFill>
                            <a:srgbClr val="060E1D"/>
                          </a:solidFill>
                        </a:rPr>
                        <a:t>30</a:t>
                      </a:r>
                    </a:p>
                  </a:txBody>
                  <a:tcPr marL="109728" marR="109728" marT="54864" marB="54864" anchor="ctr">
                    <a:solidFill>
                      <a:srgbClr val="FFFFFF"/>
                    </a:solidFill>
                  </a:tcPr>
                </a:tc>
                <a:tc>
                  <a:txBody>
                    <a:bodyPr/>
                    <a:lstStyle/>
                    <a:p>
                      <a:r>
                        <a:rPr b="1" sz="1500">
                          <a:solidFill>
                            <a:srgbClr val="060E1D"/>
                          </a:solidFill>
                        </a:rPr>
                        <a:t>Lab 3</a:t>
                      </a:r>
                    </a:p>
                  </a:txBody>
                  <a:tcPr marL="109728" marR="109728" marT="54864" marB="54864" anchor="ctr">
                    <a:solidFill>
                      <a:srgbClr val="FFFFFF"/>
                    </a:solidFill>
                  </a:tcPr>
                </a:tc>
              </a:tr>
              <a:tr h="502920">
                <a:tc>
                  <a:txBody>
                    <a:bodyPr/>
                    <a:lstStyle/>
                    <a:p>
                      <a:r>
                        <a:rPr sz="1500">
                          <a:solidFill>
                            <a:srgbClr val="060E1D"/>
                          </a:solidFill>
                        </a:rPr>
                        <a:t>6</a:t>
                      </a:r>
                    </a:p>
                  </a:txBody>
                  <a:tcPr marL="109728" marR="109728" marT="54864" marB="54864" anchor="ctr">
                    <a:solidFill>
                      <a:srgbClr val="F3F4F5"/>
                    </a:solidFill>
                  </a:tcPr>
                </a:tc>
                <a:tc>
                  <a:txBody>
                    <a:bodyPr/>
                    <a:lstStyle/>
                    <a:p>
                      <a:r>
                        <a:rPr sz="1500">
                          <a:solidFill>
                            <a:srgbClr val="060E1D"/>
                          </a:solidFill>
                        </a:rPr>
                        <a:t>Future of hybrid algorithms: why tight integration</a:t>
                      </a:r>
                    </a:p>
                  </a:txBody>
                  <a:tcPr marL="109728" marR="109728" marT="54864" marB="54864" anchor="ctr">
                    <a:solidFill>
                      <a:srgbClr val="F3F4F5"/>
                    </a:solidFill>
                  </a:tcPr>
                </a:tc>
                <a:tc>
                  <a:txBody>
                    <a:bodyPr/>
                    <a:lstStyle/>
                    <a:p>
                      <a:r>
                        <a:rPr sz="1500">
                          <a:solidFill>
                            <a:srgbClr val="060E1D"/>
                          </a:solidFill>
                        </a:rPr>
                        <a:t>15</a:t>
                      </a:r>
                    </a:p>
                  </a:txBody>
                  <a:tcPr marL="109728" marR="109728" marT="54864" marB="54864" anchor="ctr">
                    <a:solidFill>
                      <a:srgbClr val="F3F4F5"/>
                    </a:solidFill>
                  </a:tcPr>
                </a:tc>
                <a:tc>
                  <a:txBody>
                    <a:bodyPr/>
                    <a:lstStyle/>
                    <a:p>
                      <a:r>
                        <a:rPr sz="1500">
                          <a:solidFill>
                            <a:srgbClr val="060E1D"/>
                          </a:solidFill>
                        </a:rPr>
                        <a:t>talk</a:t>
                      </a:r>
                    </a:p>
                  </a:txBody>
                  <a:tcPr marL="109728" marR="109728" marT="54864" marB="54864" anchor="ctr">
                    <a:solidFill>
                      <a:srgbClr val="F3F4F5"/>
                    </a:solidFill>
                  </a:tcPr>
                </a:tc>
              </a:tr>
              <a:tr h="502920">
                <a:tc>
                  <a:txBody>
                    <a:bodyPr/>
                    <a:lstStyle/>
                    <a:p>
                      <a:r>
                        <a:rPr sz="1500">
                          <a:solidFill>
                            <a:srgbClr val="060E1D"/>
                          </a:solidFill>
                        </a:rPr>
                        <a:t>7</a:t>
                      </a:r>
                    </a:p>
                  </a:txBody>
                  <a:tcPr marL="109728" marR="109728" marT="54864" marB="54864" anchor="ctr">
                    <a:solidFill>
                      <a:srgbClr val="FFFFFF"/>
                    </a:solidFill>
                  </a:tcPr>
                </a:tc>
                <a:tc>
                  <a:txBody>
                    <a:bodyPr/>
                    <a:lstStyle/>
                    <a:p>
                      <a:r>
                        <a:rPr sz="1500">
                          <a:solidFill>
                            <a:srgbClr val="060E1D"/>
                          </a:solidFill>
                        </a:rPr>
                        <a:t>Tight integration for quantum error correction</a:t>
                      </a:r>
                    </a:p>
                  </a:txBody>
                  <a:tcPr marL="109728" marR="109728" marT="54864" marB="54864" anchor="ctr">
                    <a:solidFill>
                      <a:srgbClr val="FFFFFF"/>
                    </a:solidFill>
                  </a:tcPr>
                </a:tc>
                <a:tc>
                  <a:txBody>
                    <a:bodyPr/>
                    <a:lstStyle/>
                    <a:p>
                      <a:r>
                        <a:rPr sz="1500">
                          <a:solidFill>
                            <a:srgbClr val="060E1D"/>
                          </a:solidFill>
                        </a:rPr>
                        <a:t>15</a:t>
                      </a:r>
                    </a:p>
                  </a:txBody>
                  <a:tcPr marL="109728" marR="109728" marT="54864" marB="54864" anchor="ctr">
                    <a:solidFill>
                      <a:srgbClr val="FFFFFF"/>
                    </a:solidFill>
                  </a:tcPr>
                </a:tc>
                <a:tc>
                  <a:txBody>
                    <a:bodyPr/>
                    <a:lstStyle/>
                    <a:p>
                      <a:r>
                        <a:rPr sz="1500">
                          <a:solidFill>
                            <a:srgbClr val="060E1D"/>
                          </a:solidFill>
                        </a:rPr>
                        <a:t>talk</a:t>
                      </a:r>
                    </a:p>
                  </a:txBody>
                  <a:tcPr marL="109728" marR="109728" marT="54864" marB="54864" anchor="ctr">
                    <a:solidFill>
                      <a:srgbClr val="FFFFFF"/>
                    </a:solidFill>
                  </a:tcPr>
                </a:tc>
              </a:tr>
            </a:tbl>
          </a:graphicData>
        </a:graphic>
      </p:graphicFrame>
      <p:sp>
        <p:nvSpPr>
          <p:cNvPr id="4" name="Text Placeholder 3"/>
          <p:cNvSpPr>
            <a:spLocks noGrp="1"/>
          </p:cNvSpPr>
          <p:nvPr>
            <p:ph type="body" idx="104"/>
          </p:nvPr>
        </p:nvSpPr>
        <p:spPr/>
        <p:txBody>
          <a:bodyPr/>
          <a:lstStyle/>
          <a:p>
            <a:r>
              <a:t>Breaks after blocks 3 and 5 · labs default to free :mock devices</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What you will be able to do</a:t>
            </a:r>
          </a:p>
        </p:txBody>
      </p:sp>
      <p:sp>
        <p:nvSpPr>
          <p:cNvPr id="3" name="Text Placeholder 2"/>
          <p:cNvSpPr>
            <a:spLocks noGrp="1"/>
          </p:cNvSpPr>
          <p:nvPr>
            <p:ph type="body" idx="102"/>
          </p:nvPr>
        </p:nvSpPr>
        <p:spPr/>
        <p:txBody>
          <a:bodyPr/>
          <a:lstStyle/>
          <a:p>
            <a:r>
              <a:t>01</a:t>
            </a:r>
          </a:p>
        </p:txBody>
      </p:sp>
      <p:sp>
        <p:nvSpPr>
          <p:cNvPr id="4" name="Text Placeholder 3"/>
          <p:cNvSpPr>
            <a:spLocks noGrp="1"/>
          </p:cNvSpPr>
          <p:nvPr>
            <p:ph type="body" idx="103"/>
          </p:nvPr>
        </p:nvSpPr>
        <p:spPr/>
        <p:txBody>
          <a:bodyPr/>
          <a:lstStyle/>
          <a:p>
            <a:r>
              <a:t>Run QDMI locally and on Resonance</a:t>
            </a:r>
          </a:p>
        </p:txBody>
      </p:sp>
      <p:sp>
        <p:nvSpPr>
          <p:cNvPr id="5" name="Text Placeholder 4"/>
          <p:cNvSpPr>
            <a:spLocks noGrp="1"/>
          </p:cNvSpPr>
          <p:nvPr>
            <p:ph type="body" idx="104"/>
          </p:nvPr>
        </p:nvSpPr>
        <p:spPr/>
        <p:txBody>
          <a:bodyPr/>
          <a:lstStyle/>
          <a:p>
            <a:r>
              <a:t>Open a simulator and an IQM QPU through one vendor-neutral interface, query calibration data, submit jobs, time the round trip.</a:t>
            </a:r>
          </a:p>
        </p:txBody>
      </p:sp>
      <p:sp>
        <p:nvSpPr>
          <p:cNvPr id="6" name="Text Placeholder 5"/>
          <p:cNvSpPr>
            <a:spLocks noGrp="1"/>
          </p:cNvSpPr>
          <p:nvPr>
            <p:ph type="body" idx="106"/>
          </p:nvPr>
        </p:nvSpPr>
        <p:spPr/>
        <p:txBody>
          <a:bodyPr/>
          <a:lstStyle/>
          <a:p>
            <a:r>
              <a:t>02</a:t>
            </a:r>
          </a:p>
        </p:txBody>
      </p:sp>
      <p:sp>
        <p:nvSpPr>
          <p:cNvPr id="7" name="Text Placeholder 6"/>
          <p:cNvSpPr>
            <a:spLocks noGrp="1"/>
          </p:cNvSpPr>
          <p:nvPr>
            <p:ph type="body" idx="107"/>
          </p:nvPr>
        </p:nvSpPr>
        <p:spPr/>
        <p:txBody>
          <a:bodyPr/>
          <a:lstStyle/>
          <a:p>
            <a:r>
              <a:t>Run a hybrid algorithm</a:t>
            </a:r>
          </a:p>
        </p:txBody>
      </p:sp>
      <p:sp>
        <p:nvSpPr>
          <p:cNvPr id="8" name="Text Placeholder 7"/>
          <p:cNvSpPr>
            <a:spLocks noGrp="1"/>
          </p:cNvSpPr>
          <p:nvPr>
            <p:ph type="body" idx="108"/>
          </p:nvPr>
        </p:nvSpPr>
        <p:spPr/>
        <p:txBody>
          <a:bodyPr/>
          <a:lstStyle/>
          <a:p>
            <a:r>
              <a:t>Grover and QAOA in Qrisp on a simulator, an IQM mock and real hardware, then the same program through QDMI.</a:t>
            </a:r>
          </a:p>
        </p:txBody>
      </p:sp>
      <p:sp>
        <p:nvSpPr>
          <p:cNvPr id="9" name="Text Placeholder 8"/>
          <p:cNvSpPr>
            <a:spLocks noGrp="1"/>
          </p:cNvSpPr>
          <p:nvPr>
            <p:ph type="body" idx="110"/>
          </p:nvPr>
        </p:nvSpPr>
        <p:spPr/>
        <p:txBody>
          <a:bodyPr/>
          <a:lstStyle/>
          <a:p>
            <a:r>
              <a:t>03</a:t>
            </a:r>
          </a:p>
        </p:txBody>
      </p:sp>
      <p:sp>
        <p:nvSpPr>
          <p:cNvPr id="10" name="Text Placeholder 9"/>
          <p:cNvSpPr>
            <a:spLocks noGrp="1"/>
          </p:cNvSpPr>
          <p:nvPr>
            <p:ph type="body" idx="111"/>
          </p:nvPr>
        </p:nvSpPr>
        <p:spPr/>
        <p:txBody>
          <a:bodyPr/>
          <a:lstStyle/>
          <a:p>
            <a:r>
              <a:t>Ship a quantum + GPU pipeline</a:t>
            </a:r>
          </a:p>
        </p:txBody>
      </p:sp>
      <p:sp>
        <p:nvSpPr>
          <p:cNvPr id="11" name="Text Placeholder 10"/>
          <p:cNvSpPr>
            <a:spLocks noGrp="1"/>
          </p:cNvSpPr>
          <p:nvPr>
            <p:ph type="body" idx="112"/>
          </p:nvPr>
        </p:nvSpPr>
        <p:spPr/>
        <p:txBody>
          <a:bodyPr/>
          <a:lstStyle/>
          <a:p>
            <a:r>
              <a:t>QSCI as two Slurm jobs: sampling on a quantum access node, linear algebra on an AMD GPU node.</a:t>
            </a:r>
          </a:p>
        </p:txBody>
      </p:sp>
      <p:sp>
        <p:nvSpPr>
          <p:cNvPr id="12" name="Text Placeholder 11"/>
          <p:cNvSpPr>
            <a:spLocks noGrp="1"/>
          </p:cNvSpPr>
          <p:nvPr>
            <p:ph type="body" idx="115"/>
          </p:nvPr>
        </p:nvSpPr>
        <p:spPr/>
        <p:txBody>
          <a:bodyPr/>
          <a:lstStyle/>
          <a:p>
            <a:r>
              <a:t>Setup check: python qdmi_demo.py list · Resonance token · pip install qrisp[iqm] · Docker (optional)</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01</a:t>
            </a:r>
          </a:p>
        </p:txBody>
      </p:sp>
      <p:sp>
        <p:nvSpPr>
          <p:cNvPr id="3" name="Title 2"/>
          <p:cNvSpPr>
            <a:spLocks noGrp="1"/>
          </p:cNvSpPr>
          <p:nvPr>
            <p:ph type="title" idx="101"/>
          </p:nvPr>
        </p:nvSpPr>
        <p:spPr/>
        <p:txBody>
          <a:bodyPr/>
          <a:lstStyle/>
          <a:p>
            <a:r>
              <a:t>Who is IQM, and what is IQM Resonance</a:t>
            </a:r>
          </a:p>
        </p:txBody>
      </p:sp>
      <p:sp>
        <p:nvSpPr>
          <p:cNvPr id="4" name="TextBox 3"/>
          <p:cNvSpPr txBox="1"/>
          <p:nvPr/>
        </p:nvSpPr>
        <p:spPr>
          <a:xfrm>
            <a:off x="630936" y="4937760"/>
            <a:ext cx="6766560" cy="822960"/>
          </a:xfrm>
          <a:prstGeom prst="rect">
            <a:avLst/>
          </a:prstGeom>
          <a:noFill/>
        </p:spPr>
        <p:txBody>
          <a:bodyPr wrap="square" anchor="t" lIns="0" rIns="0">
            <a:spAutoFit/>
          </a:bodyPr>
          <a:lstStyle/>
          <a:p>
            <a:pPr algn="l">
              <a:spcAft>
                <a:spcPts val="400"/>
              </a:spcAft>
            </a:pPr>
            <a:r>
              <a:rPr b="1" sz="1600">
                <a:solidFill>
                  <a:srgbClr val="C9CED6"/>
                </a:solidFill>
              </a:rPr>
              <a:t>Block 1 · 15 min</a:t>
            </a:r>
          </a:p>
          <a:p>
            <a:pPr algn="l">
              <a:spcAft>
                <a:spcPts val="400"/>
              </a:spcAft>
            </a:pPr>
            <a:r>
              <a:rPr sz="1600">
                <a:solidFill>
                  <a:srgbClr val="C9CED6"/>
                </a:solidFill>
              </a:rPr>
              <a:t>Superconducting quantum computers from chip to cloud.</a:t>
            </a:r>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FFFFFF"/>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IQM: chip to cloud</a:t>
            </a:r>
          </a:p>
        </p:txBody>
      </p:sp>
      <p:sp>
        <p:nvSpPr>
          <p:cNvPr id="3" name="Text Placeholder 2"/>
          <p:cNvSpPr>
            <a:spLocks noGrp="1"/>
          </p:cNvSpPr>
          <p:nvPr>
            <p:ph type="body" idx="101"/>
          </p:nvPr>
        </p:nvSpPr>
        <p:spPr/>
        <p:txBody>
          <a:bodyPr/>
          <a:lstStyle/>
          <a:p>
            <a:r>
              <a:rPr b="1"/>
              <a:t>On-premises: IQM Radiance.</a:t>
            </a:r>
            <a:r>
              <a:t> Runs as a Slurm node via the HPC Integration Service (May 2026); in production at LRZ, which hosts four IQM systems</a:t>
            </a:r>
          </a:p>
          <a:p>
            <a:r>
              <a:rPr b="1"/>
              <a:t>Cloud: IQM Resonance.</a:t>
            </a:r>
            <a:r>
              <a:t> IQM QPUs as a managed, EU-hosted service with a free Starter tier</a:t>
            </a:r>
          </a:p>
          <a:p>
            <a:r>
              <a:rPr b="1"/>
              <a:t>Software.</a:t>
            </a:r>
            <a:r>
              <a:t> Qrisp as default SDK, plus Qiskit, Cirq, CUDA-Q, TKET; QDMI-on-IQM for HPC</a:t>
            </a:r>
          </a:p>
          <a:p>
            <a:r>
              <a:rPr b="1"/>
              <a:t>Learning.</a:t>
            </a:r>
            <a:r>
              <a:t> IQM Academy: free curriculum and notebooks</a:t>
            </a:r>
          </a:p>
        </p:txBody>
      </p:sp>
      <p:sp>
        <p:nvSpPr>
          <p:cNvPr id="4" name="Text Placeholder 3"/>
          <p:cNvSpPr>
            <a:spLocks noGrp="1"/>
          </p:cNvSpPr>
          <p:nvPr>
            <p:ph type="body" idx="104"/>
          </p:nvPr>
        </p:nvSpPr>
        <p:spPr/>
        <p:txBody>
          <a:bodyPr/>
          <a:lstStyle/>
          <a:p>
            <a:r>
              <a:t>Sources: IQM press release, 12 May 2026; IQM Resonance deck</a:t>
            </a:r>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IQM Resonance: quantum in the cloud</a:t>
            </a:r>
          </a:p>
        </p:txBody>
      </p:sp>
      <p:sp>
        <p:nvSpPr>
          <p:cNvPr id="4" name="Text Placeholder 3"/>
          <p:cNvSpPr>
            <a:spLocks noGrp="1"/>
          </p:cNvSpPr>
          <p:nvPr>
            <p:ph type="body" idx="104"/>
          </p:nvPr>
        </p:nvSpPr>
        <p:spPr/>
        <p:txBody>
          <a:bodyPr/>
          <a:lstStyle/>
          <a:p>
            <a:r>
              <a:t>Three ways in</a:t>
            </a:r>
          </a:p>
        </p:txBody>
      </p:sp>
      <p:sp>
        <p:nvSpPr>
          <p:cNvPr id="5" name="Text Placeholder 4"/>
          <p:cNvSpPr>
            <a:spLocks noGrp="1"/>
          </p:cNvSpPr>
          <p:nvPr>
            <p:ph type="body" idx="105"/>
          </p:nvPr>
        </p:nvSpPr>
        <p:spPr/>
        <p:txBody>
          <a:bodyPr/>
          <a:lstStyle/>
          <a:p>
            <a:r>
              <a:rPr b="1"/>
              <a:t>Starter:</a:t>
            </a:r>
            <a:r>
              <a:t> free monthly credits, free mock devices, IQM Academy</a:t>
            </a:r>
          </a:p>
          <a:p>
            <a:r>
              <a:rPr b="1"/>
              <a:t>Pay-as-you-go:</a:t>
            </a:r>
            <a:r>
              <a:t> credits that don't expire, billed in QPU seconds</a:t>
            </a:r>
          </a:p>
          <a:p>
            <a:r>
              <a:rPr b="1"/>
              <a:t>Skip-the-queue:</a:t>
            </a:r>
            <a:r>
              <a:t> reserved timeslots, pulse-level access, group management</a:t>
            </a:r>
          </a:p>
        </p:txBody>
      </p:sp>
      <p:sp>
        <p:nvSpPr>
          <p:cNvPr id="7" name="Rounded Rectangle 6"/>
          <p:cNvSpPr/>
          <p:nvPr/>
        </p:nvSpPr>
        <p:spPr>
          <a:xfrm>
            <a:off x="634594" y="1691640"/>
            <a:ext cx="7589520" cy="4206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p>
        </p:txBody>
      </p:sp>
      <p:pic>
        <p:nvPicPr>
          <p:cNvPr id="8" name="Picture 7" descr="resonance_ui.jpg"/>
          <p:cNvPicPr>
            <a:picLocks noChangeAspect="1"/>
          </p:cNvPicPr>
          <p:nvPr/>
        </p:nvPicPr>
        <p:blipFill>
          <a:blip r:embed="rId2"/>
          <a:stretch>
            <a:fillRect/>
          </a:stretch>
        </p:blipFill>
        <p:spPr>
          <a:xfrm>
            <a:off x="853034" y="1783080"/>
            <a:ext cx="7152639" cy="4023359"/>
          </a:xfrm>
          <a:prstGeom prst="rect">
            <a:avLst/>
          </a:prstGeom>
        </p:spPr>
      </p:pic>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QPUs by topology</a:t>
            </a:r>
          </a:p>
        </p:txBody>
      </p:sp>
      <p:sp>
        <p:nvSpPr>
          <p:cNvPr id="3" name="Text Placeholder 2"/>
          <p:cNvSpPr>
            <a:spLocks noGrp="1"/>
          </p:cNvSpPr>
          <p:nvPr>
            <p:ph type="body" idx="101"/>
          </p:nvPr>
        </p:nvSpPr>
        <p:spPr/>
        <p:txBody>
          <a:bodyPr/>
          <a:lstStyle/>
          <a:p>
            <a:r>
              <a:rPr b="1"/>
              <a:t>IQM Garnet (Crystal 20):</a:t>
            </a:r>
            <a:r>
              <a:t> 20 qubits, square lattice</a:t>
            </a:r>
          </a:p>
          <a:p>
            <a:r>
              <a:rPr b="1"/>
              <a:t>IQM Crystal 54:</a:t>
            </a:r>
            <a:r>
              <a:t> 54 qubits; median 2-qubit fidelity 99.5%, quantum volume 64</a:t>
            </a:r>
          </a:p>
          <a:p>
            <a:r>
              <a:rPr b="1"/>
              <a:t>IQM Star 24:</a:t>
            </a:r>
            <a:r>
              <a:t> qubits around a central resonator, effective all-to-all</a:t>
            </a:r>
          </a:p>
          <a:p>
            <a:r>
              <a:rPr b="1"/>
              <a:t>IQM Crystal 150:</a:t>
            </a:r>
            <a:r>
              <a:t> next on the roadmap</a:t>
            </a:r>
          </a:p>
          <a:p>
            <a:r>
              <a:t>Square lattices map natively onto the surface code</a:t>
            </a:r>
          </a:p>
        </p:txBody>
      </p:sp>
      <p:sp>
        <p:nvSpPr>
          <p:cNvPr id="4" name="Text Placeholder 3"/>
          <p:cNvSpPr>
            <a:spLocks noGrp="1"/>
          </p:cNvSpPr>
          <p:nvPr>
            <p:ph type="body" idx="104"/>
          </p:nvPr>
        </p:nvSpPr>
        <p:spPr/>
        <p:txBody>
          <a:bodyPr/>
          <a:lstStyle/>
          <a:p>
            <a:r>
              <a:t>Source: IQM Resonance deck; check the dashboard for live availability</a:t>
            </a:r>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Your first job in five minutes</a:t>
            </a:r>
          </a:p>
        </p:txBody>
      </p:sp>
      <p:sp>
        <p:nvSpPr>
          <p:cNvPr id="3" name="Text Placeholder 2"/>
          <p:cNvSpPr>
            <a:spLocks noGrp="1"/>
          </p:cNvSpPr>
          <p:nvPr>
            <p:ph type="body" idx="104"/>
          </p:nvPr>
        </p:nvSpPr>
        <p:spPr/>
        <p:txBody>
          <a:bodyPr/>
          <a:lstStyle/>
          <a:p>
            <a:r>
              <a:t>1</a:t>
            </a:r>
          </a:p>
        </p:txBody>
      </p:sp>
      <p:sp>
        <p:nvSpPr>
          <p:cNvPr id="4" name="Text Placeholder 3"/>
          <p:cNvSpPr>
            <a:spLocks noGrp="1"/>
          </p:cNvSpPr>
          <p:nvPr>
            <p:ph type="body" idx="105"/>
          </p:nvPr>
        </p:nvSpPr>
        <p:spPr/>
        <p:txBody>
          <a:bodyPr/>
          <a:lstStyle/>
          <a:p>
            <a:r>
              <a:t>Sign up</a:t>
            </a:r>
          </a:p>
        </p:txBody>
      </p:sp>
      <p:sp>
        <p:nvSpPr>
          <p:cNvPr id="5" name="Text Placeholder 4"/>
          <p:cNvSpPr>
            <a:spLocks noGrp="1"/>
          </p:cNvSpPr>
          <p:nvPr>
            <p:ph type="body" idx="106"/>
          </p:nvPr>
        </p:nvSpPr>
        <p:spPr/>
        <p:txBody>
          <a:bodyPr/>
          <a:lstStyle/>
          <a:p>
            <a:r>
              <a:t>resonance.meetiqm.com/signup</a:t>
            </a:r>
          </a:p>
        </p:txBody>
      </p:sp>
      <p:sp>
        <p:nvSpPr>
          <p:cNvPr id="6" name="Text Placeholder 5"/>
          <p:cNvSpPr>
            <a:spLocks noGrp="1"/>
          </p:cNvSpPr>
          <p:nvPr>
            <p:ph type="body" idx="109"/>
          </p:nvPr>
        </p:nvSpPr>
        <p:spPr/>
        <p:txBody>
          <a:bodyPr/>
          <a:lstStyle/>
          <a:p>
            <a:r>
              <a:t>2</a:t>
            </a:r>
          </a:p>
        </p:txBody>
      </p:sp>
      <p:sp>
        <p:nvSpPr>
          <p:cNvPr id="7" name="Text Placeholder 6"/>
          <p:cNvSpPr>
            <a:spLocks noGrp="1"/>
          </p:cNvSpPr>
          <p:nvPr>
            <p:ph type="body" idx="110"/>
          </p:nvPr>
        </p:nvSpPr>
        <p:spPr/>
        <p:txBody>
          <a:bodyPr/>
          <a:lstStyle/>
          <a:p>
            <a:r>
              <a:t>Create a token</a:t>
            </a:r>
          </a:p>
        </p:txBody>
      </p:sp>
      <p:sp>
        <p:nvSpPr>
          <p:cNvPr id="8" name="Text Placeholder 7"/>
          <p:cNvSpPr>
            <a:spLocks noGrp="1"/>
          </p:cNvSpPr>
          <p:nvPr>
            <p:ph type="body" idx="111"/>
          </p:nvPr>
        </p:nvSpPr>
        <p:spPr/>
        <p:txBody>
          <a:bodyPr/>
          <a:lstStyle/>
          <a:p>
            <a:r>
              <a:t>Side panel → Create token; keep it out of git</a:t>
            </a:r>
          </a:p>
        </p:txBody>
      </p:sp>
      <p:sp>
        <p:nvSpPr>
          <p:cNvPr id="9" name="Text Placeholder 8"/>
          <p:cNvSpPr>
            <a:spLocks noGrp="1"/>
          </p:cNvSpPr>
          <p:nvPr>
            <p:ph type="body" idx="114"/>
          </p:nvPr>
        </p:nvSpPr>
        <p:spPr/>
        <p:txBody>
          <a:bodyPr/>
          <a:lstStyle/>
          <a:p>
            <a:r>
              <a:t>3</a:t>
            </a:r>
          </a:p>
        </p:txBody>
      </p:sp>
      <p:sp>
        <p:nvSpPr>
          <p:cNvPr id="10" name="Text Placeholder 9"/>
          <p:cNvSpPr>
            <a:spLocks noGrp="1"/>
          </p:cNvSpPr>
          <p:nvPr>
            <p:ph type="body" idx="115"/>
          </p:nvPr>
        </p:nvSpPr>
        <p:spPr/>
        <p:txBody>
          <a:bodyPr/>
          <a:lstStyle/>
          <a:p>
            <a:r>
              <a:t>Install</a:t>
            </a:r>
          </a:p>
        </p:txBody>
      </p:sp>
      <p:sp>
        <p:nvSpPr>
          <p:cNvPr id="11" name="Text Placeholder 10"/>
          <p:cNvSpPr>
            <a:spLocks noGrp="1"/>
          </p:cNvSpPr>
          <p:nvPr>
            <p:ph type="body" idx="116"/>
          </p:nvPr>
        </p:nvSpPr>
        <p:spPr/>
        <p:txBody>
          <a:bodyPr/>
          <a:lstStyle/>
          <a:p>
            <a:r>
              <a:t>pip install "qrisp[iqm]" or iqm-qdmi</a:t>
            </a:r>
          </a:p>
        </p:txBody>
      </p:sp>
      <p:sp>
        <p:nvSpPr>
          <p:cNvPr id="12" name="Text Placeholder 11"/>
          <p:cNvSpPr>
            <a:spLocks noGrp="1"/>
          </p:cNvSpPr>
          <p:nvPr>
            <p:ph type="body" idx="119"/>
          </p:nvPr>
        </p:nvSpPr>
        <p:spPr/>
        <p:txBody>
          <a:bodyPr/>
          <a:lstStyle/>
          <a:p>
            <a:r>
              <a:t>4</a:t>
            </a:r>
          </a:p>
        </p:txBody>
      </p:sp>
      <p:sp>
        <p:nvSpPr>
          <p:cNvPr id="13" name="Text Placeholder 12"/>
          <p:cNvSpPr>
            <a:spLocks noGrp="1"/>
          </p:cNvSpPr>
          <p:nvPr>
            <p:ph type="body" idx="120"/>
          </p:nvPr>
        </p:nvSpPr>
        <p:spPr/>
        <p:txBody>
          <a:bodyPr/>
          <a:lstStyle/>
          <a:p>
            <a:r>
              <a:t>Run</a:t>
            </a:r>
          </a:p>
        </p:txBody>
      </p:sp>
      <p:sp>
        <p:nvSpPr>
          <p:cNvPr id="14" name="Text Placeholder 13"/>
          <p:cNvSpPr>
            <a:spLocks noGrp="1"/>
          </p:cNvSpPr>
          <p:nvPr>
            <p:ph type="body" idx="121"/>
          </p:nvPr>
        </p:nvSpPr>
        <p:spPr/>
        <p:txBody>
          <a:bodyPr/>
          <a:lstStyle/>
          <a:p>
            <a:r>
              <a:t>garnet:mock first, free; then the real QPU</a:t>
            </a:r>
          </a:p>
        </p:txBody>
      </p:sp>
      <p:sp>
        <p:nvSpPr>
          <p:cNvPr id="15" name="Text Placeholder 14"/>
          <p:cNvSpPr>
            <a:spLocks noGrp="1"/>
          </p:cNvSpPr>
          <p:nvPr>
            <p:ph type="body" idx="122"/>
          </p:nvPr>
        </p:nvSpPr>
        <p:spPr/>
        <p:txBody>
          <a:bodyPr/>
          <a:lstStyle/>
          <a:p>
            <a:r>
              <a:t>Always test on a :mock device first: same API, same job flow, zero credits</a:t>
            </a:r>
          </a:p>
        </p:txBody>
      </p:sp>
      <p:sp>
        <p:nvSpPr>
          <p:cNvPr id="28"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02</a:t>
            </a:r>
          </a:p>
        </p:txBody>
      </p:sp>
      <p:sp>
        <p:nvSpPr>
          <p:cNvPr id="3" name="Title 2"/>
          <p:cNvSpPr>
            <a:spLocks noGrp="1"/>
          </p:cNvSpPr>
          <p:nvPr>
            <p:ph type="title" idx="101"/>
          </p:nvPr>
        </p:nvSpPr>
        <p:spPr/>
        <p:txBody>
          <a:bodyPr/>
          <a:lstStyle/>
          <a:p>
            <a:r>
              <a:t>Structure of an HPC + QC supercomputer</a:t>
            </a:r>
          </a:p>
        </p:txBody>
      </p:sp>
      <p:sp>
        <p:nvSpPr>
          <p:cNvPr id="4" name="TextBox 3"/>
          <p:cNvSpPr txBox="1"/>
          <p:nvPr/>
        </p:nvSpPr>
        <p:spPr>
          <a:xfrm>
            <a:off x="630936" y="4937760"/>
            <a:ext cx="6766560" cy="822960"/>
          </a:xfrm>
          <a:prstGeom prst="rect">
            <a:avLst/>
          </a:prstGeom>
          <a:noFill/>
        </p:spPr>
        <p:txBody>
          <a:bodyPr wrap="square" anchor="t" lIns="0" rIns="0">
            <a:spAutoFit/>
          </a:bodyPr>
          <a:lstStyle/>
          <a:p>
            <a:pPr algn="l">
              <a:spcAft>
                <a:spcPts val="400"/>
              </a:spcAft>
            </a:pPr>
            <a:r>
              <a:rPr b="1" sz="1600">
                <a:solidFill>
                  <a:srgbClr val="C9CED6"/>
                </a:solidFill>
              </a:rPr>
              <a:t>Block 2 · 15 min</a:t>
            </a:r>
          </a:p>
          <a:p>
            <a:pPr algn="l">
              <a:spcAft>
                <a:spcPts val="400"/>
              </a:spcAft>
            </a:pPr>
            <a:r>
              <a:rPr sz="1600">
                <a:solidFill>
                  <a:srgbClr val="C9CED6"/>
                </a:solidFill>
              </a:rPr>
              <a:t>The QPU becomes one more scheduled accelerator next to CPUs and GPUs.</a:t>
            </a:r>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FFFFFF"/>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A QPU is another accelerator</a:t>
            </a:r>
          </a:p>
        </p:txBody>
      </p:sp>
      <p:graphicFrame>
        <p:nvGraphicFramePr>
          <p:cNvPr id="3" name="Table Placeholder 2"/>
          <p:cNvGraphicFramePr>
            <a:graphicFrameLocks noGrp="1"/>
          </p:cNvGraphicFramePr>
          <p:nvPr>
            <p:ph type="tbl" idx="101"/>
          </p:nvPr>
        </p:nvGraphicFramePr>
        <p:xfrm>
          <a:off x="634594" y="1691640"/>
          <a:ext cx="10922506" cy="3401568"/>
        </p:xfrm>
        <a:graphic>
          <a:graphicData uri="http://schemas.openxmlformats.org/drawingml/2006/table">
            <a:tbl>
              <a:tblPr firstRow="1" bandRow="1">
                <a:tableStyleId>{5C22544A-7EE6-4342-B048-85BDC9FD1C3A}</a:tableStyleId>
              </a:tblPr>
              <a:tblGrid>
                <a:gridCol w="1747601"/>
                <a:gridCol w="2621401"/>
                <a:gridCol w="3058302"/>
                <a:gridCol w="3495202"/>
              </a:tblGrid>
              <a:tr h="566928">
                <a:tc>
                  <a:txBody>
                    <a:bodyPr/>
                    <a:lstStyle/>
                    <a:p/>
                  </a:txBody>
                  <a:tcPr marL="109728" marR="109728" marT="54864" marB="54864" anchor="ctr">
                    <a:solidFill>
                      <a:srgbClr val="060E1D"/>
                    </a:solidFill>
                  </a:tcPr>
                </a:tc>
                <a:tc>
                  <a:txBody>
                    <a:bodyPr/>
                    <a:lstStyle/>
                    <a:p>
                      <a:r>
                        <a:rPr sz="1400" b="1">
                          <a:solidFill>
                            <a:srgbClr val="FFFFFF"/>
                          </a:solidFill>
                        </a:rPr>
                        <a:t>CPU</a:t>
                      </a:r>
                    </a:p>
                  </a:txBody>
                  <a:tcPr marL="109728" marR="109728" marT="54864" marB="54864" anchor="ctr">
                    <a:solidFill>
                      <a:srgbClr val="060E1D"/>
                    </a:solidFill>
                  </a:tcPr>
                </a:tc>
                <a:tc>
                  <a:txBody>
                    <a:bodyPr/>
                    <a:lstStyle/>
                    <a:p>
                      <a:r>
                        <a:rPr sz="1400" b="1">
                          <a:solidFill>
                            <a:srgbClr val="FFFFFF"/>
                          </a:solidFill>
                        </a:rPr>
                        <a:t>GPU (e.g. AMD MI300X)</a:t>
                      </a:r>
                    </a:p>
                  </a:txBody>
                  <a:tcPr marL="109728" marR="109728" marT="54864" marB="54864" anchor="ctr">
                    <a:solidFill>
                      <a:srgbClr val="060E1D"/>
                    </a:solidFill>
                  </a:tcPr>
                </a:tc>
                <a:tc>
                  <a:txBody>
                    <a:bodyPr/>
                    <a:lstStyle/>
                    <a:p>
                      <a:r>
                        <a:rPr sz="1400" b="1">
                          <a:solidFill>
                            <a:srgbClr val="FFFFFF"/>
                          </a:solidFill>
                        </a:rPr>
                        <a:t>QPU (IQM)</a:t>
                      </a:r>
                    </a:p>
                  </a:txBody>
                  <a:tcPr marL="109728" marR="109728" marT="54864" marB="54864" anchor="ctr">
                    <a:solidFill>
                      <a:srgbClr val="060E1D"/>
                    </a:solidFill>
                  </a:tcPr>
                </a:tc>
              </a:tr>
              <a:tr h="566928">
                <a:tc>
                  <a:txBody>
                    <a:bodyPr/>
                    <a:lstStyle/>
                    <a:p>
                      <a:r>
                        <a:rPr sz="1400">
                          <a:solidFill>
                            <a:srgbClr val="060E1D"/>
                          </a:solidFill>
                        </a:rPr>
                        <a:t>Good at</a:t>
                      </a:r>
                    </a:p>
                  </a:txBody>
                  <a:tcPr marL="109728" marR="109728" marT="54864" marB="54864" anchor="ctr">
                    <a:solidFill>
                      <a:srgbClr val="FFFFFF"/>
                    </a:solidFill>
                  </a:tcPr>
                </a:tc>
                <a:tc>
                  <a:txBody>
                    <a:bodyPr/>
                    <a:lstStyle/>
                    <a:p>
                      <a:r>
                        <a:rPr sz="1400">
                          <a:solidFill>
                            <a:srgbClr val="060E1D"/>
                          </a:solidFill>
                        </a:rPr>
                        <a:t>control flow, orchestration</a:t>
                      </a:r>
                    </a:p>
                  </a:txBody>
                  <a:tcPr marL="109728" marR="109728" marT="54864" marB="54864" anchor="ctr">
                    <a:solidFill>
                      <a:srgbClr val="FFFFFF"/>
                    </a:solidFill>
                  </a:tcPr>
                </a:tc>
                <a:tc>
                  <a:txBody>
                    <a:bodyPr/>
                    <a:lstStyle/>
                    <a:p>
                      <a:r>
                        <a:rPr sz="1400">
                          <a:solidFill>
                            <a:srgbClr val="060E1D"/>
                          </a:solidFill>
                        </a:rPr>
                        <a:t>dense linear algebra, ML</a:t>
                      </a:r>
                    </a:p>
                  </a:txBody>
                  <a:tcPr marL="109728" marR="109728" marT="54864" marB="54864" anchor="ctr">
                    <a:solidFill>
                      <a:srgbClr val="FFFFFF"/>
                    </a:solidFill>
                  </a:tcPr>
                </a:tc>
                <a:tc>
                  <a:txBody>
                    <a:bodyPr/>
                    <a:lstStyle/>
                    <a:p>
                      <a:r>
                        <a:rPr sz="1400">
                          <a:solidFill>
                            <a:srgbClr val="060E1D"/>
                          </a:solidFill>
                        </a:rPr>
                        <a:t>sampling hard quantum distributions</a:t>
                      </a:r>
                    </a:p>
                  </a:txBody>
                  <a:tcPr marL="109728" marR="109728" marT="54864" marB="54864" anchor="ctr">
                    <a:solidFill>
                      <a:srgbClr val="FFFFFF"/>
                    </a:solidFill>
                  </a:tcPr>
                </a:tc>
              </a:tr>
              <a:tr h="566928">
                <a:tc>
                  <a:txBody>
                    <a:bodyPr/>
                    <a:lstStyle/>
                    <a:p>
                      <a:r>
                        <a:rPr sz="1400">
                          <a:solidFill>
                            <a:srgbClr val="060E1D"/>
                          </a:solidFill>
                        </a:rPr>
                        <a:t>Programmed in</a:t>
                      </a:r>
                    </a:p>
                  </a:txBody>
                  <a:tcPr marL="109728" marR="109728" marT="54864" marB="54864" anchor="ctr">
                    <a:solidFill>
                      <a:srgbClr val="F3F4F5"/>
                    </a:solidFill>
                  </a:tcPr>
                </a:tc>
                <a:tc>
                  <a:txBody>
                    <a:bodyPr/>
                    <a:lstStyle/>
                    <a:p>
                      <a:r>
                        <a:rPr sz="1400">
                          <a:solidFill>
                            <a:srgbClr val="060E1D"/>
                          </a:solidFill>
                        </a:rPr>
                        <a:t>C, Fortran, Python</a:t>
                      </a:r>
                    </a:p>
                  </a:txBody>
                  <a:tcPr marL="109728" marR="109728" marT="54864" marB="54864" anchor="ctr">
                    <a:solidFill>
                      <a:srgbClr val="F3F4F5"/>
                    </a:solidFill>
                  </a:tcPr>
                </a:tc>
                <a:tc>
                  <a:txBody>
                    <a:bodyPr/>
                    <a:lstStyle/>
                    <a:p>
                      <a:r>
                        <a:rPr sz="1400">
                          <a:solidFill>
                            <a:srgbClr val="060E1D"/>
                          </a:solidFill>
                        </a:rPr>
                        <a:t>HIP / ROCm, JAX</a:t>
                      </a:r>
                    </a:p>
                  </a:txBody>
                  <a:tcPr marL="109728" marR="109728" marT="54864" marB="54864" anchor="ctr">
                    <a:solidFill>
                      <a:srgbClr val="F3F4F5"/>
                    </a:solidFill>
                  </a:tcPr>
                </a:tc>
                <a:tc>
                  <a:txBody>
                    <a:bodyPr/>
                    <a:lstStyle/>
                    <a:p>
                      <a:r>
                        <a:rPr sz="1400">
                          <a:solidFill>
                            <a:srgbClr val="060E1D"/>
                          </a:solidFill>
                        </a:rPr>
                        <a:t>circuits: Qrisp, Qiskit, QIR</a:t>
                      </a:r>
                    </a:p>
                  </a:txBody>
                  <a:tcPr marL="109728" marR="109728" marT="54864" marB="54864" anchor="ctr">
                    <a:solidFill>
                      <a:srgbClr val="F3F4F5"/>
                    </a:solidFill>
                  </a:tcPr>
                </a:tc>
              </a:tr>
              <a:tr h="566928">
                <a:tc>
                  <a:txBody>
                    <a:bodyPr/>
                    <a:lstStyle/>
                    <a:p>
                      <a:r>
                        <a:rPr sz="1400">
                          <a:solidFill>
                            <a:srgbClr val="060E1D"/>
                          </a:solidFill>
                        </a:rPr>
                        <a:t>Scheduled as</a:t>
                      </a:r>
                    </a:p>
                  </a:txBody>
                  <a:tcPr marL="109728" marR="109728" marT="54864" marB="54864" anchor="ctr">
                    <a:solidFill>
                      <a:srgbClr val="FFFFFF"/>
                    </a:solidFill>
                  </a:tcPr>
                </a:tc>
                <a:tc>
                  <a:txBody>
                    <a:bodyPr/>
                    <a:lstStyle/>
                    <a:p>
                      <a:r>
                        <a:rPr sz="1400">
                          <a:solidFill>
                            <a:srgbClr val="060E1D"/>
                          </a:solidFill>
                        </a:rPr>
                        <a:t>nodes, cores</a:t>
                      </a:r>
                    </a:p>
                  </a:txBody>
                  <a:tcPr marL="109728" marR="109728" marT="54864" marB="54864" anchor="ctr">
                    <a:solidFill>
                      <a:srgbClr val="FFFFFF"/>
                    </a:solidFill>
                  </a:tcPr>
                </a:tc>
                <a:tc>
                  <a:txBody>
                    <a:bodyPr/>
                    <a:lstStyle/>
                    <a:p>
                      <a:r>
                        <a:rPr sz="1400">
                          <a:solidFill>
                            <a:srgbClr val="060E1D"/>
                          </a:solidFill>
                        </a:rPr>
                        <a:t>GRES gpu:N</a:t>
                      </a:r>
                    </a:p>
                  </a:txBody>
                  <a:tcPr marL="109728" marR="109728" marT="54864" marB="54864" anchor="ctr">
                    <a:solidFill>
                      <a:srgbClr val="FFFFFF"/>
                    </a:solidFill>
                  </a:tcPr>
                </a:tc>
                <a:tc>
                  <a:txBody>
                    <a:bodyPr/>
                    <a:lstStyle/>
                    <a:p>
                      <a:r>
                        <a:rPr sz="1400">
                          <a:solidFill>
                            <a:srgbClr val="060E1D"/>
                          </a:solidFill>
                        </a:rPr>
                        <a:t>partition + </a:t>
                      </a:r>
                      <a:r>
                        <a:rPr b="1" sz="1400">
                          <a:solidFill>
                            <a:srgbClr val="060E1D"/>
                          </a:solidFill>
                        </a:rPr>
                        <a:t>licence</a:t>
                      </a:r>
                      <a:r>
                        <a:rPr sz="1400">
                          <a:solidFill>
                            <a:srgbClr val="060E1D"/>
                          </a:solidFill>
                        </a:rPr>
                        <a:t> per device</a:t>
                      </a:r>
                    </a:p>
                  </a:txBody>
                  <a:tcPr marL="109728" marR="109728" marT="54864" marB="54864" anchor="ctr">
                    <a:solidFill>
                      <a:srgbClr val="FFFFFF"/>
                    </a:solidFill>
                  </a:tcPr>
                </a:tc>
              </a:tr>
              <a:tr h="566928">
                <a:tc>
                  <a:txBody>
                    <a:bodyPr/>
                    <a:lstStyle/>
                    <a:p>
                      <a:r>
                        <a:rPr sz="1400">
                          <a:solidFill>
                            <a:srgbClr val="060E1D"/>
                          </a:solidFill>
                        </a:rPr>
                        <a:t>Returns</a:t>
                      </a:r>
                    </a:p>
                  </a:txBody>
                  <a:tcPr marL="109728" marR="109728" marT="54864" marB="54864" anchor="ctr">
                    <a:solidFill>
                      <a:srgbClr val="F3F4F5"/>
                    </a:solidFill>
                  </a:tcPr>
                </a:tc>
                <a:tc>
                  <a:txBody>
                    <a:bodyPr/>
                    <a:lstStyle/>
                    <a:p>
                      <a:r>
                        <a:rPr sz="1400">
                          <a:solidFill>
                            <a:srgbClr val="060E1D"/>
                          </a:solidFill>
                        </a:rPr>
                        <a:t>memory</a:t>
                      </a:r>
                    </a:p>
                  </a:txBody>
                  <a:tcPr marL="109728" marR="109728" marT="54864" marB="54864" anchor="ctr">
                    <a:solidFill>
                      <a:srgbClr val="F3F4F5"/>
                    </a:solidFill>
                  </a:tcPr>
                </a:tc>
                <a:tc>
                  <a:txBody>
                    <a:bodyPr/>
                    <a:lstStyle/>
                    <a:p>
                      <a:r>
                        <a:rPr sz="1400">
                          <a:solidFill>
                            <a:srgbClr val="060E1D"/>
                          </a:solidFill>
                        </a:rPr>
                        <a:t>device memory</a:t>
                      </a:r>
                    </a:p>
                  </a:txBody>
                  <a:tcPr marL="109728" marR="109728" marT="54864" marB="54864" anchor="ctr">
                    <a:solidFill>
                      <a:srgbClr val="F3F4F5"/>
                    </a:solidFill>
                  </a:tcPr>
                </a:tc>
                <a:tc>
                  <a:txBody>
                    <a:bodyPr/>
                    <a:lstStyle/>
                    <a:p>
                      <a:r>
                        <a:rPr b="1" sz="1400">
                          <a:solidFill>
                            <a:srgbClr val="060E1D"/>
                          </a:solidFill>
                        </a:rPr>
                        <a:t>bitstrings</a:t>
                      </a:r>
                      <a:r>
                        <a:rPr sz="1400">
                          <a:solidFill>
                            <a:srgbClr val="060E1D"/>
                          </a:solidFill>
                        </a:rPr>
                        <a:t>: counts, shots</a:t>
                      </a:r>
                    </a:p>
                  </a:txBody>
                  <a:tcPr marL="109728" marR="109728" marT="54864" marB="54864" anchor="ctr">
                    <a:solidFill>
                      <a:srgbClr val="F3F4F5"/>
                    </a:solidFill>
                  </a:tcPr>
                </a:tc>
              </a:tr>
              <a:tr h="566928">
                <a:tc>
                  <a:txBody>
                    <a:bodyPr/>
                    <a:lstStyle/>
                    <a:p>
                      <a:r>
                        <a:rPr sz="1400">
                          <a:solidFill>
                            <a:srgbClr val="060E1D"/>
                          </a:solidFill>
                        </a:rPr>
                        <a:t>Limited by</a:t>
                      </a:r>
                    </a:p>
                  </a:txBody>
                  <a:tcPr marL="109728" marR="109728" marT="54864" marB="54864" anchor="ctr">
                    <a:solidFill>
                      <a:srgbClr val="FFFFFF"/>
                    </a:solidFill>
                  </a:tcPr>
                </a:tc>
                <a:tc>
                  <a:txBody>
                    <a:bodyPr/>
                    <a:lstStyle/>
                    <a:p>
                      <a:r>
                        <a:rPr sz="1400">
                          <a:solidFill>
                            <a:srgbClr val="060E1D"/>
                          </a:solidFill>
                        </a:rPr>
                        <a:t>Amdahl</a:t>
                      </a:r>
                    </a:p>
                  </a:txBody>
                  <a:tcPr marL="109728" marR="109728" marT="54864" marB="54864" anchor="ctr">
                    <a:solidFill>
                      <a:srgbClr val="FFFFFF"/>
                    </a:solidFill>
                  </a:tcPr>
                </a:tc>
                <a:tc>
                  <a:txBody>
                    <a:bodyPr/>
                    <a:lstStyle/>
                    <a:p>
                      <a:r>
                        <a:rPr sz="1400">
                          <a:solidFill>
                            <a:srgbClr val="060E1D"/>
                          </a:solidFill>
                        </a:rPr>
                        <a:t>PCIe / HBM bandwidth</a:t>
                      </a:r>
                    </a:p>
                  </a:txBody>
                  <a:tcPr marL="109728" marR="109728" marT="54864" marB="54864" anchor="ctr">
                    <a:solidFill>
                      <a:srgbClr val="FFFFFF"/>
                    </a:solidFill>
                  </a:tcPr>
                </a:tc>
                <a:tc>
                  <a:txBody>
                    <a:bodyPr/>
                    <a:lstStyle/>
                    <a:p>
                      <a:r>
                        <a:rPr sz="1400">
                          <a:solidFill>
                            <a:srgbClr val="060E1D"/>
                          </a:solidFill>
                        </a:rPr>
                        <a:t>coherence, calibration drift, shots</a:t>
                      </a:r>
                    </a:p>
                  </a:txBody>
                  <a:tcPr marL="109728" marR="109728" marT="54864" marB="54864" anchor="ctr">
                    <a:solidFill>
                      <a:srgbClr val="FFFFFF"/>
                    </a:solidFill>
                  </a:tcPr>
                </a:tc>
              </a:tr>
            </a:tbl>
          </a:graphicData>
        </a:graphic>
      </p:graphicFrame>
      <p:sp>
        <p:nvSpPr>
          <p:cNvPr id="4" name="Text Placeholder 3"/>
          <p:cNvSpPr>
            <a:spLocks noGrp="1"/>
          </p:cNvSpPr>
          <p:nvPr>
            <p:ph type="body" idx="104"/>
          </p:nvPr>
        </p:nvSpPr>
        <p:spPr/>
        <p:txBody>
          <a:bodyPr/>
          <a:lstStyle/>
          <a:p>
            <a:r>
              <a:t>The QPU never sees your data: it returns samples, and classical nodes turn samples into answers</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Anatomy of an HPC + QC cluster</a:t>
            </a:r>
          </a:p>
        </p:txBody>
      </p:sp>
      <p:sp>
        <p:nvSpPr>
          <p:cNvPr id="4" name="Rounded Rectangle 3"/>
          <p:cNvSpPr/>
          <p:nvPr/>
        </p:nvSpPr>
        <p:spPr>
          <a:xfrm>
            <a:off x="630936" y="1783080"/>
            <a:ext cx="2377440" cy="868680"/>
          </a:xfrm>
          <a:prstGeom prst="roundRect">
            <a:avLst>
              <a:gd name="adj" fmla="val 12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600">
                <a:solidFill>
                  <a:srgbClr val="060E1D"/>
                </a:solidFill>
              </a:rPr>
              <a:t>Users</a:t>
            </a:r>
          </a:p>
          <a:p>
            <a:pPr algn="l"/>
            <a:r>
              <a:rPr sz="1200">
                <a:solidFill>
                  <a:srgbClr val="5B6472"/>
                </a:solidFill>
              </a:rPr>
              <a:t>ssh · Jupyter</a:t>
            </a:r>
          </a:p>
        </p:txBody>
      </p:sp>
      <p:sp>
        <p:nvSpPr>
          <p:cNvPr id="5" name="Right Arrow 4"/>
          <p:cNvSpPr/>
          <p:nvPr/>
        </p:nvSpPr>
        <p:spPr>
          <a:xfrm>
            <a:off x="3108960" y="2084831"/>
            <a:ext cx="365760" cy="256032"/>
          </a:xfrm>
          <a:prstGeom prst="rightArrow">
            <a:avLst/>
          </a:prstGeom>
          <a:solidFill>
            <a:srgbClr val="2B7F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566160" y="1783080"/>
            <a:ext cx="3291840" cy="868680"/>
          </a:xfrm>
          <a:prstGeom prst="roundRect">
            <a:avLst>
              <a:gd name="adj" fmla="val 12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600">
                <a:solidFill>
                  <a:srgbClr val="060E1D"/>
                </a:solidFill>
              </a:rPr>
              <a:t>Login node</a:t>
            </a:r>
          </a:p>
          <a:p>
            <a:pPr algn="l"/>
            <a:r>
              <a:rPr sz="1200">
                <a:solidFill>
                  <a:srgbClr val="5B6472"/>
                </a:solidFill>
              </a:rPr>
              <a:t>Spack / modules · sbatch</a:t>
            </a:r>
          </a:p>
        </p:txBody>
      </p:sp>
      <p:sp>
        <p:nvSpPr>
          <p:cNvPr id="7" name="Right Arrow 6"/>
          <p:cNvSpPr/>
          <p:nvPr/>
        </p:nvSpPr>
        <p:spPr>
          <a:xfrm>
            <a:off x="6949440" y="2084831"/>
            <a:ext cx="365760" cy="256032"/>
          </a:xfrm>
          <a:prstGeom prst="rightArrow">
            <a:avLst/>
          </a:prstGeom>
          <a:solidFill>
            <a:srgbClr val="2B7F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06640" y="1783080"/>
            <a:ext cx="4151376" cy="868680"/>
          </a:xfrm>
          <a:prstGeom prst="roundRect">
            <a:avLst>
              <a:gd name="adj" fmla="val 12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600">
                <a:solidFill>
                  <a:srgbClr val="060E1D"/>
                </a:solidFill>
              </a:rPr>
              <a:t>Slurm controller</a:t>
            </a:r>
          </a:p>
          <a:p>
            <a:pPr algn="l"/>
            <a:r>
              <a:rPr sz="1200">
                <a:solidFill>
                  <a:srgbClr val="5B6472"/>
                </a:solidFill>
              </a:rPr>
              <a:t>slurmctld + slurmdbd accounting</a:t>
            </a:r>
          </a:p>
        </p:txBody>
      </p:sp>
      <p:sp>
        <p:nvSpPr>
          <p:cNvPr id="9" name="Rounded Rectangle 8"/>
          <p:cNvSpPr/>
          <p:nvPr/>
        </p:nvSpPr>
        <p:spPr>
          <a:xfrm>
            <a:off x="630936" y="3063240"/>
            <a:ext cx="3520440" cy="868680"/>
          </a:xfrm>
          <a:prstGeom prst="roundRect">
            <a:avLst>
              <a:gd name="adj" fmla="val 12000"/>
            </a:avLst>
          </a:prstGeom>
          <a:solidFill>
            <a:srgbClr val="FCE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600">
                <a:solidFill>
                  <a:srgbClr val="C2501F"/>
                </a:solidFill>
              </a:rPr>
              <a:t>compute partition</a:t>
            </a:r>
          </a:p>
          <a:p>
            <a:pPr algn="l"/>
            <a:r>
              <a:rPr sz="1200">
                <a:solidFill>
                  <a:srgbClr val="5B6472"/>
                </a:solidFill>
              </a:rPr>
              <a:t>classical nodes (slurmd)</a:t>
            </a:r>
          </a:p>
        </p:txBody>
      </p:sp>
      <p:sp>
        <p:nvSpPr>
          <p:cNvPr id="10" name="Rounded Rectangle 9"/>
          <p:cNvSpPr/>
          <p:nvPr/>
        </p:nvSpPr>
        <p:spPr>
          <a:xfrm>
            <a:off x="4334256" y="3063240"/>
            <a:ext cx="3520440" cy="868680"/>
          </a:xfrm>
          <a:prstGeom prst="roundRect">
            <a:avLst>
              <a:gd name="adj" fmla="val 12000"/>
            </a:avLst>
          </a:prstGeom>
          <a:solidFill>
            <a:srgbClr val="FCE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600">
                <a:solidFill>
                  <a:srgbClr val="C2501F"/>
                </a:solidFill>
              </a:rPr>
              <a:t>gpu partition</a:t>
            </a:r>
          </a:p>
          <a:p>
            <a:pPr algn="l"/>
            <a:r>
              <a:rPr sz="1200">
                <a:solidFill>
                  <a:srgbClr val="5B6472"/>
                </a:solidFill>
              </a:rPr>
              <a:t>AMD GPUs · ROCm · JAX</a:t>
            </a:r>
          </a:p>
        </p:txBody>
      </p:sp>
      <p:sp>
        <p:nvSpPr>
          <p:cNvPr id="11" name="Rounded Rectangle 10"/>
          <p:cNvSpPr/>
          <p:nvPr/>
        </p:nvSpPr>
        <p:spPr>
          <a:xfrm>
            <a:off x="8037575" y="3063240"/>
            <a:ext cx="3520440" cy="868680"/>
          </a:xfrm>
          <a:prstGeom prst="roundRect">
            <a:avLst>
              <a:gd name="adj" fmla="val 12000"/>
            </a:avLst>
          </a:prstGeom>
          <a:solidFill>
            <a:srgbClr val="E6F8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600">
                <a:solidFill>
                  <a:srgbClr val="2B7F7B"/>
                </a:solidFill>
              </a:rPr>
              <a:t>quantum partition</a:t>
            </a:r>
          </a:p>
          <a:p>
            <a:pPr algn="l"/>
            <a:r>
              <a:rPr sz="1200">
                <a:solidFill>
                  <a:srgbClr val="5B6472"/>
                </a:solidFill>
              </a:rPr>
              <a:t>quantum access nodes: compiler + QDMI</a:t>
            </a:r>
          </a:p>
        </p:txBody>
      </p:sp>
      <p:sp>
        <p:nvSpPr>
          <p:cNvPr id="12" name="Down Arrow 11"/>
          <p:cNvSpPr/>
          <p:nvPr/>
        </p:nvSpPr>
        <p:spPr>
          <a:xfrm>
            <a:off x="9555480" y="3977639"/>
            <a:ext cx="274320" cy="292608"/>
          </a:xfrm>
          <a:prstGeom prst="downArrow">
            <a:avLst/>
          </a:prstGeom>
          <a:solidFill>
            <a:srgbClr val="2B7F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4599432"/>
            <a:ext cx="3657600" cy="457200"/>
          </a:xfrm>
          <a:prstGeom prst="rect">
            <a:avLst/>
          </a:prstGeom>
          <a:noFill/>
        </p:spPr>
        <p:txBody>
          <a:bodyPr wrap="square" anchor="t" lIns="0" rIns="0">
            <a:spAutoFit/>
          </a:bodyPr>
          <a:lstStyle/>
          <a:p>
            <a:pPr algn="r">
              <a:spcAft>
                <a:spcPts val="600"/>
              </a:spcAft>
            </a:pPr>
            <a:r>
              <a:rPr b="1" sz="1600">
                <a:solidFill>
                  <a:srgbClr val="2B7F7B"/>
                </a:solidFill>
              </a:rPr>
              <a:t>QDMI</a:t>
            </a:r>
            <a:r>
              <a:rPr sz="1600">
                <a:solidFill>
                  <a:srgbClr val="2B7F7B"/>
                </a:solidFill>
              </a:rPr>
              <a:t> device libraries →</a:t>
            </a:r>
          </a:p>
        </p:txBody>
      </p:sp>
      <p:sp>
        <p:nvSpPr>
          <p:cNvPr id="14" name="Rounded Rectangle 13"/>
          <p:cNvSpPr/>
          <p:nvPr/>
        </p:nvSpPr>
        <p:spPr>
          <a:xfrm>
            <a:off x="7772400" y="4389120"/>
            <a:ext cx="1828800" cy="868680"/>
          </a:xfrm>
          <a:prstGeom prst="roundRect">
            <a:avLst>
              <a:gd name="adj" fmla="val 12000"/>
            </a:avLst>
          </a:prstGeom>
          <a:solidFill>
            <a:srgbClr val="060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500">
                <a:solidFill>
                  <a:srgbClr val="69DED7"/>
                </a:solidFill>
              </a:rPr>
              <a:t>IQM Radiance</a:t>
            </a:r>
          </a:p>
          <a:p>
            <a:pPr algn="l"/>
            <a:r>
              <a:rPr sz="1200">
                <a:solidFill>
                  <a:srgbClr val="C9CED6"/>
                </a:solidFill>
              </a:rPr>
              <a:t>on-prem</a:t>
            </a:r>
          </a:p>
        </p:txBody>
      </p:sp>
      <p:sp>
        <p:nvSpPr>
          <p:cNvPr id="15" name="Rounded Rectangle 14"/>
          <p:cNvSpPr/>
          <p:nvPr/>
        </p:nvSpPr>
        <p:spPr>
          <a:xfrm>
            <a:off x="9729216" y="4389120"/>
            <a:ext cx="1828800" cy="868680"/>
          </a:xfrm>
          <a:prstGeom prst="roundRect">
            <a:avLst>
              <a:gd name="adj" fmla="val 12000"/>
            </a:avLst>
          </a:prstGeom>
          <a:solidFill>
            <a:srgbClr val="060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500">
                <a:solidFill>
                  <a:srgbClr val="69DED7"/>
                </a:solidFill>
              </a:rPr>
              <a:t>IQM Resonance</a:t>
            </a:r>
          </a:p>
          <a:p>
            <a:pPr algn="l"/>
            <a:r>
              <a:rPr sz="1200">
                <a:solidFill>
                  <a:srgbClr val="C9CED6"/>
                </a:solidFill>
              </a:rPr>
              <a:t>cloud, HTTPS</a:t>
            </a:r>
          </a:p>
        </p:txBody>
      </p:sp>
      <p:sp>
        <p:nvSpPr>
          <p:cNvPr id="16" name="TextBox 15"/>
          <p:cNvSpPr txBox="1"/>
          <p:nvPr/>
        </p:nvSpPr>
        <p:spPr>
          <a:xfrm>
            <a:off x="630936" y="5577840"/>
            <a:ext cx="10927080" cy="365760"/>
          </a:xfrm>
          <a:prstGeom prst="rect">
            <a:avLst/>
          </a:prstGeom>
          <a:noFill/>
        </p:spPr>
        <p:txBody>
          <a:bodyPr wrap="square" anchor="t" lIns="0" rIns="0">
            <a:spAutoFit/>
          </a:bodyPr>
          <a:lstStyle/>
          <a:p>
            <a:pPr algn="l">
              <a:spcAft>
                <a:spcPts val="600"/>
              </a:spcAft>
            </a:pPr>
            <a:r>
              <a:rPr sz="1300">
                <a:solidFill>
                  <a:srgbClr val="5B6472"/>
                </a:solidFill>
              </a:rPr>
              <a:t>Shared filesystem across partitions · device licences limit concurrent quantum allocations</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Three ways to couple, one code path</a:t>
            </a:r>
          </a:p>
        </p:txBody>
      </p:sp>
      <p:sp>
        <p:nvSpPr>
          <p:cNvPr id="3" name="Text Placeholder 2"/>
          <p:cNvSpPr>
            <a:spLocks noGrp="1"/>
          </p:cNvSpPr>
          <p:nvPr>
            <p:ph type="body" idx="102"/>
          </p:nvPr>
        </p:nvSpPr>
        <p:spPr/>
        <p:txBody>
          <a:bodyPr/>
          <a:lstStyle/>
          <a:p>
            <a:r>
              <a:t>Loose</a:t>
            </a:r>
          </a:p>
        </p:txBody>
      </p:sp>
      <p:sp>
        <p:nvSpPr>
          <p:cNvPr id="4" name="Text Placeholder 3"/>
          <p:cNvSpPr>
            <a:spLocks noGrp="1"/>
          </p:cNvSpPr>
          <p:nvPr>
            <p:ph type="body" idx="103"/>
          </p:nvPr>
        </p:nvSpPr>
        <p:spPr/>
        <p:txBody>
          <a:bodyPr/>
          <a:lstStyle/>
          <a:p>
            <a:r>
              <a:t>Cloud QPU</a:t>
            </a:r>
          </a:p>
        </p:txBody>
      </p:sp>
      <p:sp>
        <p:nvSpPr>
          <p:cNvPr id="5" name="Text Placeholder 4"/>
          <p:cNvSpPr>
            <a:spLocks noGrp="1"/>
          </p:cNvSpPr>
          <p:nvPr>
            <p:ph type="body" idx="104"/>
          </p:nvPr>
        </p:nvSpPr>
        <p:spPr/>
        <p:txBody>
          <a:bodyPr/>
          <a:lstStyle/>
          <a:p>
            <a:r>
              <a:t>Classical work at your site, quantum jobs forwarded to Resonance. Fastest start; the user supplies endpoint and token.</a:t>
            </a:r>
          </a:p>
        </p:txBody>
      </p:sp>
      <p:sp>
        <p:nvSpPr>
          <p:cNvPr id="6" name="Text Placeholder 5"/>
          <p:cNvSpPr>
            <a:spLocks noGrp="1"/>
          </p:cNvSpPr>
          <p:nvPr>
            <p:ph type="body" idx="106"/>
          </p:nvPr>
        </p:nvSpPr>
        <p:spPr/>
        <p:txBody>
          <a:bodyPr/>
          <a:lstStyle/>
          <a:p>
            <a:r>
              <a:t>Tight</a:t>
            </a:r>
          </a:p>
        </p:txBody>
      </p:sp>
      <p:sp>
        <p:nvSpPr>
          <p:cNvPr id="7" name="Text Placeholder 6"/>
          <p:cNvSpPr>
            <a:spLocks noGrp="1"/>
          </p:cNvSpPr>
          <p:nvPr>
            <p:ph type="body" idx="107"/>
          </p:nvPr>
        </p:nvSpPr>
        <p:spPr/>
        <p:txBody>
          <a:bodyPr/>
          <a:lstStyle/>
          <a:p>
            <a:r>
              <a:t>On-prem QPU as a Slurm partition</a:t>
            </a:r>
          </a:p>
        </p:txBody>
      </p:sp>
      <p:sp>
        <p:nvSpPr>
          <p:cNvPr id="8" name="Text Placeholder 7"/>
          <p:cNvSpPr>
            <a:spLocks noGrp="1"/>
          </p:cNvSpPr>
          <p:nvPr>
            <p:ph type="body" idx="108"/>
          </p:nvPr>
        </p:nvSpPr>
        <p:spPr/>
        <p:txBody>
          <a:bodyPr/>
          <a:lstStyle/>
          <a:p>
            <a:r>
              <a:t>Quantum and classical jobs share scheduling and accounting; iterative hybrid jobs stay inside the centre.</a:t>
            </a:r>
          </a:p>
        </p:txBody>
      </p:sp>
      <p:sp>
        <p:nvSpPr>
          <p:cNvPr id="9" name="Text Placeholder 8"/>
          <p:cNvSpPr>
            <a:spLocks noGrp="1"/>
          </p:cNvSpPr>
          <p:nvPr>
            <p:ph type="body" idx="110"/>
          </p:nvPr>
        </p:nvSpPr>
        <p:spPr/>
        <p:txBody>
          <a:bodyPr/>
          <a:lstStyle/>
          <a:p>
            <a:r>
              <a:t>Automated</a:t>
            </a:r>
          </a:p>
        </p:txBody>
      </p:sp>
      <p:sp>
        <p:nvSpPr>
          <p:cNvPr id="10" name="Text Placeholder 9"/>
          <p:cNvSpPr>
            <a:spLocks noGrp="1"/>
          </p:cNvSpPr>
          <p:nvPr>
            <p:ph type="body" idx="111"/>
          </p:nvPr>
        </p:nvSpPr>
        <p:spPr/>
        <p:txBody>
          <a:bodyPr/>
          <a:lstStyle/>
          <a:p>
            <a:r>
              <a:t>SPANK plugin</a:t>
            </a:r>
          </a:p>
        </p:txBody>
      </p:sp>
      <p:sp>
        <p:nvSpPr>
          <p:cNvPr id="11" name="Text Placeholder 10"/>
          <p:cNvSpPr>
            <a:spLocks noGrp="1"/>
          </p:cNvSpPr>
          <p:nvPr>
            <p:ph type="body" idx="112"/>
          </p:nvPr>
        </p:nvSpPr>
        <p:spPr/>
        <p:txBody>
          <a:bodyPr/>
          <a:lstStyle/>
          <a:p>
            <a:r>
              <a:t>A Slurm plugin injects endpoint and credentials in the prolog and enforces site policy. Users never handle tokens.</a:t>
            </a:r>
          </a:p>
        </p:txBody>
      </p:sp>
      <p:sp>
        <p:nvSpPr>
          <p:cNvPr id="12" name="Text Placeholder 11"/>
          <p:cNvSpPr>
            <a:spLocks noGrp="1"/>
          </p:cNvSpPr>
          <p:nvPr>
            <p:ph type="body" idx="115"/>
          </p:nvPr>
        </p:nvSpPr>
        <p:spPr/>
        <p:txBody>
          <a:bodyPr/>
          <a:lstStyle/>
          <a:p>
            <a:r>
              <a:t>Deployment scenarios from Burgholzer et al., arXiv:2604.19869: application code is unchanged in all three</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Latency decides what is practical</a:t>
            </a:r>
          </a:p>
        </p:txBody>
      </p:sp>
      <p:graphicFrame>
        <p:nvGraphicFramePr>
          <p:cNvPr id="3" name="Table Placeholder 2"/>
          <p:cNvGraphicFramePr>
            <a:graphicFrameLocks noGrp="1"/>
          </p:cNvGraphicFramePr>
          <p:nvPr>
            <p:ph type="tbl" idx="101"/>
          </p:nvPr>
        </p:nvGraphicFramePr>
        <p:xfrm>
          <a:off x="634594" y="1691640"/>
          <a:ext cx="10922506" cy="3401568"/>
        </p:xfrm>
        <a:graphic>
          <a:graphicData uri="http://schemas.openxmlformats.org/drawingml/2006/table">
            <a:tbl>
              <a:tblPr firstRow="1" bandRow="1">
                <a:tableStyleId>{5C22544A-7EE6-4342-B048-85BDC9FD1C3A}</a:tableStyleId>
              </a:tblPr>
              <a:tblGrid>
                <a:gridCol w="2621401"/>
                <a:gridCol w="4805903"/>
                <a:gridCol w="3495202"/>
              </a:tblGrid>
              <a:tr h="566928">
                <a:tc>
                  <a:txBody>
                    <a:bodyPr/>
                    <a:lstStyle/>
                    <a:p>
                      <a:r>
                        <a:rPr sz="1400" b="1">
                          <a:solidFill>
                            <a:srgbClr val="FFFFFF"/>
                          </a:solidFill>
                        </a:rPr>
                        <a:t>Loop</a:t>
                      </a:r>
                    </a:p>
                  </a:txBody>
                  <a:tcPr marL="109728" marR="109728" marT="54864" marB="54864" anchor="ctr">
                    <a:solidFill>
                      <a:srgbClr val="060E1D"/>
                    </a:solidFill>
                  </a:tcPr>
                </a:tc>
                <a:tc>
                  <a:txBody>
                    <a:bodyPr/>
                    <a:lstStyle/>
                    <a:p>
                      <a:r>
                        <a:rPr sz="1400" b="1">
                          <a:solidFill>
                            <a:srgbClr val="FFFFFF"/>
                          </a:solidFill>
                        </a:rPr>
                        <a:t>What must happen</a:t>
                      </a:r>
                    </a:p>
                  </a:txBody>
                  <a:tcPr marL="109728" marR="109728" marT="54864" marB="54864" anchor="ctr">
                    <a:solidFill>
                      <a:srgbClr val="060E1D"/>
                    </a:solidFill>
                  </a:tcPr>
                </a:tc>
                <a:tc>
                  <a:txBody>
                    <a:bodyPr/>
                    <a:lstStyle/>
                    <a:p>
                      <a:r>
                        <a:rPr sz="1400" b="1">
                          <a:solidFill>
                            <a:srgbClr val="FFFFFF"/>
                          </a:solidFill>
                        </a:rPr>
                        <a:t>Time budget</a:t>
                      </a:r>
                    </a:p>
                  </a:txBody>
                  <a:tcPr marL="109728" marR="109728" marT="54864" marB="54864" anchor="ctr">
                    <a:solidFill>
                      <a:srgbClr val="060E1D"/>
                    </a:solidFill>
                  </a:tcPr>
                </a:tc>
              </a:tr>
              <a:tr h="566928">
                <a:tc>
                  <a:txBody>
                    <a:bodyPr/>
                    <a:lstStyle/>
                    <a:p>
                      <a:r>
                        <a:rPr sz="1400">
                          <a:solidFill>
                            <a:srgbClr val="060E1D"/>
                          </a:solidFill>
                        </a:rPr>
                        <a:t>Cloud job round trip</a:t>
                      </a:r>
                    </a:p>
                  </a:txBody>
                  <a:tcPr marL="109728" marR="109728" marT="54864" marB="54864" anchor="ctr">
                    <a:solidFill>
                      <a:srgbClr val="FFFFFF"/>
                    </a:solidFill>
                  </a:tcPr>
                </a:tc>
                <a:tc>
                  <a:txBody>
                    <a:bodyPr/>
                    <a:lstStyle/>
                    <a:p>
                      <a:r>
                        <a:rPr sz="1400">
                          <a:solidFill>
                            <a:srgbClr val="060E1D"/>
                          </a:solidFill>
                        </a:rPr>
                        <a:t>WAN + queue + compile + run + results</a:t>
                      </a:r>
                    </a:p>
                  </a:txBody>
                  <a:tcPr marL="109728" marR="109728" marT="54864" marB="54864" anchor="ctr">
                    <a:solidFill>
                      <a:srgbClr val="FFFFFF"/>
                    </a:solidFill>
                  </a:tcPr>
                </a:tc>
                <a:tc>
                  <a:txBody>
                    <a:bodyPr/>
                    <a:lstStyle/>
                    <a:p>
                      <a:r>
                        <a:rPr sz="1400">
                          <a:solidFill>
                            <a:srgbClr val="060E1D"/>
                          </a:solidFill>
                        </a:rPr>
                        <a:t>seconds: you measure it in Lab 1</a:t>
                      </a:r>
                    </a:p>
                  </a:txBody>
                  <a:tcPr marL="109728" marR="109728" marT="54864" marB="54864" anchor="ctr">
                    <a:solidFill>
                      <a:srgbClr val="FFFFFF"/>
                    </a:solidFill>
                  </a:tcPr>
                </a:tc>
              </a:tr>
              <a:tr h="566928">
                <a:tc>
                  <a:txBody>
                    <a:bodyPr/>
                    <a:lstStyle/>
                    <a:p>
                      <a:r>
                        <a:rPr sz="1400">
                          <a:solidFill>
                            <a:srgbClr val="060E1D"/>
                          </a:solidFill>
                        </a:rPr>
                        <a:t>On-prem Slurm job</a:t>
                      </a:r>
                    </a:p>
                  </a:txBody>
                  <a:tcPr marL="109728" marR="109728" marT="54864" marB="54864" anchor="ctr">
                    <a:solidFill>
                      <a:srgbClr val="F3F4F5"/>
                    </a:solidFill>
                  </a:tcPr>
                </a:tc>
                <a:tc>
                  <a:txBody>
                    <a:bodyPr/>
                    <a:lstStyle/>
                    <a:p>
                      <a:r>
                        <a:rPr sz="1400">
                          <a:solidFill>
                            <a:srgbClr val="060E1D"/>
                          </a:solidFill>
                        </a:rPr>
                        <a:t>no WAN hop; co-scheduled with CPU/GPU jobs</a:t>
                      </a:r>
                    </a:p>
                  </a:txBody>
                  <a:tcPr marL="109728" marR="109728" marT="54864" marB="54864" anchor="ctr">
                    <a:solidFill>
                      <a:srgbClr val="F3F4F5"/>
                    </a:solidFill>
                  </a:tcPr>
                </a:tc>
                <a:tc>
                  <a:txBody>
                    <a:bodyPr/>
                    <a:lstStyle/>
                    <a:p>
                      <a:r>
                        <a:rPr sz="1400">
                          <a:solidFill>
                            <a:srgbClr val="060E1D"/>
                          </a:solidFill>
                        </a:rPr>
                        <a:t>set by scheduler and queue</a:t>
                      </a:r>
                    </a:p>
                  </a:txBody>
                  <a:tcPr marL="109728" marR="109728" marT="54864" marB="54864" anchor="ctr">
                    <a:solidFill>
                      <a:srgbClr val="F3F4F5"/>
                    </a:solidFill>
                  </a:tcPr>
                </a:tc>
              </a:tr>
              <a:tr h="566928">
                <a:tc>
                  <a:txBody>
                    <a:bodyPr/>
                    <a:lstStyle/>
                    <a:p>
                      <a:r>
                        <a:rPr sz="1400">
                          <a:solidFill>
                            <a:srgbClr val="060E1D"/>
                          </a:solidFill>
                        </a:rPr>
                        <a:t>Variational iteration</a:t>
                      </a:r>
                    </a:p>
                  </a:txBody>
                  <a:tcPr marL="109728" marR="109728" marT="54864" marB="54864" anchor="ctr">
                    <a:solidFill>
                      <a:srgbClr val="FFFFFF"/>
                    </a:solidFill>
                  </a:tcPr>
                </a:tc>
                <a:tc>
                  <a:txBody>
                    <a:bodyPr/>
                    <a:lstStyle/>
                    <a:p>
                      <a:r>
                        <a:rPr sz="1400">
                          <a:solidFill>
                            <a:srgbClr val="060E1D"/>
                          </a:solidFill>
                        </a:rPr>
                        <a:t>N circuits per update, hundreds of updates</a:t>
                      </a:r>
                    </a:p>
                  </a:txBody>
                  <a:tcPr marL="109728" marR="109728" marT="54864" marB="54864" anchor="ctr">
                    <a:solidFill>
                      <a:srgbClr val="FFFFFF"/>
                    </a:solidFill>
                  </a:tcPr>
                </a:tc>
                <a:tc>
                  <a:txBody>
                    <a:bodyPr/>
                    <a:lstStyle/>
                    <a:p>
                      <a:r>
                        <a:rPr sz="1400">
                          <a:solidFill>
                            <a:srgbClr val="060E1D"/>
                          </a:solidFill>
                        </a:rPr>
                        <a:t>iterations × round trip</a:t>
                      </a:r>
                    </a:p>
                  </a:txBody>
                  <a:tcPr marL="109728" marR="109728" marT="54864" marB="54864" anchor="ctr">
                    <a:solidFill>
                      <a:srgbClr val="FFFFFF"/>
                    </a:solidFill>
                  </a:tcPr>
                </a:tc>
              </a:tr>
              <a:tr h="566928">
                <a:tc>
                  <a:txBody>
                    <a:bodyPr/>
                    <a:lstStyle/>
                    <a:p>
                      <a:r>
                        <a:rPr sz="1400">
                          <a:solidFill>
                            <a:srgbClr val="060E1D"/>
                          </a:solidFill>
                        </a:rPr>
                        <a:t>Mid-circuit feedforward</a:t>
                      </a:r>
                    </a:p>
                  </a:txBody>
                  <a:tcPr marL="109728" marR="109728" marT="54864" marB="54864" anchor="ctr">
                    <a:solidFill>
                      <a:srgbClr val="F3F4F5"/>
                    </a:solidFill>
                  </a:tcPr>
                </a:tc>
                <a:tc>
                  <a:txBody>
                    <a:bodyPr/>
                    <a:lstStyle/>
                    <a:p>
                      <a:r>
                        <a:rPr sz="1400">
                          <a:solidFill>
                            <a:srgbClr val="060E1D"/>
                          </a:solidFill>
                        </a:rPr>
                        <a:t>measure → decide → act inside one circuit</a:t>
                      </a:r>
                    </a:p>
                  </a:txBody>
                  <a:tcPr marL="109728" marR="109728" marT="54864" marB="54864" anchor="ctr">
                    <a:solidFill>
                      <a:srgbClr val="F3F4F5"/>
                    </a:solidFill>
                  </a:tcPr>
                </a:tc>
                <a:tc>
                  <a:txBody>
                    <a:bodyPr/>
                    <a:lstStyle/>
                    <a:p>
                      <a:r>
                        <a:rPr sz="1400">
                          <a:solidFill>
                            <a:srgbClr val="060E1D"/>
                          </a:solidFill>
                        </a:rPr>
                        <a:t>within coherence: microseconds</a:t>
                      </a:r>
                    </a:p>
                  </a:txBody>
                  <a:tcPr marL="109728" marR="109728" marT="54864" marB="54864" anchor="ctr">
                    <a:solidFill>
                      <a:srgbClr val="F3F4F5"/>
                    </a:solidFill>
                  </a:tcPr>
                </a:tc>
              </a:tr>
              <a:tr h="566928">
                <a:tc>
                  <a:txBody>
                    <a:bodyPr/>
                    <a:lstStyle/>
                    <a:p>
                      <a:r>
                        <a:rPr sz="1400">
                          <a:solidFill>
                            <a:srgbClr val="060E1D"/>
                          </a:solidFill>
                        </a:rPr>
                        <a:t>QEC decode + feedback</a:t>
                      </a:r>
                    </a:p>
                  </a:txBody>
                  <a:tcPr marL="109728" marR="109728" marT="54864" marB="54864" anchor="ctr">
                    <a:solidFill>
                      <a:srgbClr val="FFFFFF"/>
                    </a:solidFill>
                  </a:tcPr>
                </a:tc>
                <a:tc>
                  <a:txBody>
                    <a:bodyPr/>
                    <a:lstStyle/>
                    <a:p>
                      <a:r>
                        <a:rPr sz="1400">
                          <a:solidFill>
                            <a:srgbClr val="060E1D"/>
                          </a:solidFill>
                        </a:rPr>
                        <a:t>stream syndromes to a GPU, decode, correct</a:t>
                      </a:r>
                    </a:p>
                  </a:txBody>
                  <a:tcPr marL="109728" marR="109728" marT="54864" marB="54864" anchor="ctr">
                    <a:solidFill>
                      <a:srgbClr val="FFFFFF"/>
                    </a:solidFill>
                  </a:tcPr>
                </a:tc>
                <a:tc>
                  <a:txBody>
                    <a:bodyPr/>
                    <a:lstStyle/>
                    <a:p>
                      <a:r>
                        <a:rPr sz="1400">
                          <a:solidFill>
                            <a:srgbClr val="060E1D"/>
                          </a:solidFill>
                        </a:rPr>
                        <a:t>&lt; 4 µs end-to-end demonstrated (NVQLink)</a:t>
                      </a:r>
                    </a:p>
                  </a:txBody>
                  <a:tcPr marL="109728" marR="109728" marT="54864" marB="54864" anchor="ctr">
                    <a:solidFill>
                      <a:srgbClr val="FFFFFF"/>
                    </a:solidFill>
                  </a:tcPr>
                </a:tc>
              </a:tr>
            </a:tbl>
          </a:graphicData>
        </a:graphic>
      </p:graphicFrame>
      <p:sp>
        <p:nvSpPr>
          <p:cNvPr id="4" name="Text Placeholder 3"/>
          <p:cNvSpPr>
            <a:spLocks noGrp="1"/>
          </p:cNvSpPr>
          <p:nvPr>
            <p:ph type="body" idx="104"/>
          </p:nvPr>
        </p:nvSpPr>
        <p:spPr/>
        <p:txBody>
          <a:bodyPr/>
          <a:lstStyle/>
          <a:p>
            <a:r>
              <a:t>4 µs: IQM, Zurich Instruments and NVIDIA NVQLink real-time QEC demonstrator, March 2026</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03</a:t>
            </a:r>
          </a:p>
        </p:txBody>
      </p:sp>
      <p:sp>
        <p:nvSpPr>
          <p:cNvPr id="3" name="Title 2"/>
          <p:cNvSpPr>
            <a:spLocks noGrp="1"/>
          </p:cNvSpPr>
          <p:nvPr>
            <p:ph type="title" idx="101"/>
          </p:nvPr>
        </p:nvSpPr>
        <p:spPr/>
        <p:txBody>
          <a:bodyPr/>
          <a:lstStyle/>
          <a:p>
            <a:r>
              <a:t>QDMI: one device interface for every QPU</a:t>
            </a:r>
          </a:p>
        </p:txBody>
      </p:sp>
      <p:sp>
        <p:nvSpPr>
          <p:cNvPr id="4" name="TextBox 3"/>
          <p:cNvSpPr txBox="1"/>
          <p:nvPr/>
        </p:nvSpPr>
        <p:spPr>
          <a:xfrm>
            <a:off x="630936" y="4937760"/>
            <a:ext cx="6766560" cy="822960"/>
          </a:xfrm>
          <a:prstGeom prst="rect">
            <a:avLst/>
          </a:prstGeom>
          <a:noFill/>
        </p:spPr>
        <p:txBody>
          <a:bodyPr wrap="square" anchor="t" lIns="0" rIns="0">
            <a:spAutoFit/>
          </a:bodyPr>
          <a:lstStyle/>
          <a:p>
            <a:pPr algn="l">
              <a:spcAft>
                <a:spcPts val="400"/>
              </a:spcAft>
            </a:pPr>
            <a:r>
              <a:rPr b="1" sz="1600">
                <a:solidFill>
                  <a:srgbClr val="C9CED6"/>
                </a:solidFill>
              </a:rPr>
              <a:t>Block 3 · 30 min</a:t>
            </a:r>
          </a:p>
          <a:p>
            <a:pPr algn="l">
              <a:spcAft>
                <a:spcPts val="400"/>
              </a:spcAft>
            </a:pPr>
            <a:r>
              <a:rPr sz="1600">
                <a:solidFill>
                  <a:srgbClr val="C9CED6"/>
                </a:solidFill>
              </a:rPr>
              <a:t>10 minutes of concepts, then Lab 1: your laptop as the classical node, IQM Resonance as the quantum node.</a:t>
            </a:r>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FFFFFF"/>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Why a standard interface</a:t>
            </a:r>
          </a:p>
        </p:txBody>
      </p:sp>
      <p:sp>
        <p:nvSpPr>
          <p:cNvPr id="3" name="Text Placeholder 2"/>
          <p:cNvSpPr>
            <a:spLocks noGrp="1"/>
          </p:cNvSpPr>
          <p:nvPr>
            <p:ph type="body" idx="103"/>
          </p:nvPr>
        </p:nvSpPr>
        <p:spPr/>
        <p:txBody>
          <a:bodyPr/>
          <a:lstStyle/>
          <a:p>
            <a:r>
              <a:t>QDMI: Munich Quantum Software Stack · github.com/Munich-Quantum-Software-Stack/QDMI</a:t>
            </a:r>
          </a:p>
        </p:txBody>
      </p:sp>
      <p:sp>
        <p:nvSpPr>
          <p:cNvPr id="4" name="TextBox 3"/>
          <p:cNvSpPr txBox="1"/>
          <p:nvPr/>
        </p:nvSpPr>
        <p:spPr>
          <a:xfrm>
            <a:off x="630936" y="1691640"/>
            <a:ext cx="10927080" cy="320040"/>
          </a:xfrm>
          <a:prstGeom prst="rect">
            <a:avLst/>
          </a:prstGeom>
          <a:noFill/>
        </p:spPr>
        <p:txBody>
          <a:bodyPr wrap="square" anchor="t" lIns="0" rIns="0">
            <a:spAutoFit/>
          </a:bodyPr>
          <a:lstStyle/>
          <a:p>
            <a:pPr algn="ctr">
              <a:spcAft>
                <a:spcPts val="600"/>
              </a:spcAft>
            </a:pPr>
            <a:r>
              <a:rPr sz="1400">
                <a:solidFill>
                  <a:srgbClr val="5B6472"/>
                </a:solidFill>
              </a:rPr>
              <a:t>Tools, frameworks, schedulers: evolve independently</a:t>
            </a:r>
          </a:p>
        </p:txBody>
      </p:sp>
      <p:sp>
        <p:nvSpPr>
          <p:cNvPr id="5" name="Rounded Rectangle 4"/>
          <p:cNvSpPr/>
          <p:nvPr/>
        </p:nvSpPr>
        <p:spPr>
          <a:xfrm>
            <a:off x="813816" y="2103120"/>
            <a:ext cx="1645920" cy="548640"/>
          </a:xfrm>
          <a:prstGeom prst="roundRect">
            <a:avLst>
              <a:gd name="adj" fmla="val 12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400">
                <a:solidFill>
                  <a:srgbClr val="060E1D"/>
                </a:solidFill>
              </a:rPr>
              <a:t>Qiskit</a:t>
            </a:r>
          </a:p>
        </p:txBody>
      </p:sp>
      <p:sp>
        <p:nvSpPr>
          <p:cNvPr id="6" name="Rounded Rectangle 5"/>
          <p:cNvSpPr/>
          <p:nvPr/>
        </p:nvSpPr>
        <p:spPr>
          <a:xfrm>
            <a:off x="2596896" y="2103120"/>
            <a:ext cx="1645920" cy="548640"/>
          </a:xfrm>
          <a:prstGeom prst="roundRect">
            <a:avLst>
              <a:gd name="adj" fmla="val 12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400">
                <a:solidFill>
                  <a:srgbClr val="060E1D"/>
                </a:solidFill>
              </a:rPr>
              <a:t>Qrisp</a:t>
            </a:r>
          </a:p>
        </p:txBody>
      </p:sp>
      <p:sp>
        <p:nvSpPr>
          <p:cNvPr id="7" name="Rounded Rectangle 6"/>
          <p:cNvSpPr/>
          <p:nvPr/>
        </p:nvSpPr>
        <p:spPr>
          <a:xfrm>
            <a:off x="4379976" y="2103120"/>
            <a:ext cx="1645920" cy="548640"/>
          </a:xfrm>
          <a:prstGeom prst="roundRect">
            <a:avLst>
              <a:gd name="adj" fmla="val 12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400">
                <a:solidFill>
                  <a:srgbClr val="060E1D"/>
                </a:solidFill>
              </a:rPr>
              <a:t>PennyLane</a:t>
            </a:r>
          </a:p>
        </p:txBody>
      </p:sp>
      <p:sp>
        <p:nvSpPr>
          <p:cNvPr id="8" name="Rounded Rectangle 7"/>
          <p:cNvSpPr/>
          <p:nvPr/>
        </p:nvSpPr>
        <p:spPr>
          <a:xfrm>
            <a:off x="6163055" y="2103120"/>
            <a:ext cx="1645920" cy="548640"/>
          </a:xfrm>
          <a:prstGeom prst="roundRect">
            <a:avLst>
              <a:gd name="adj" fmla="val 12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400">
                <a:solidFill>
                  <a:srgbClr val="060E1D"/>
                </a:solidFill>
              </a:rPr>
              <a:t>MQT compilers</a:t>
            </a:r>
          </a:p>
        </p:txBody>
      </p:sp>
      <p:sp>
        <p:nvSpPr>
          <p:cNvPr id="9" name="Rounded Rectangle 8"/>
          <p:cNvSpPr/>
          <p:nvPr/>
        </p:nvSpPr>
        <p:spPr>
          <a:xfrm>
            <a:off x="7946136" y="2103120"/>
            <a:ext cx="1645920" cy="548640"/>
          </a:xfrm>
          <a:prstGeom prst="roundRect">
            <a:avLst>
              <a:gd name="adj" fmla="val 12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400">
                <a:solidFill>
                  <a:srgbClr val="060E1D"/>
                </a:solidFill>
              </a:rPr>
              <a:t>Slurm + SPANK</a:t>
            </a:r>
          </a:p>
        </p:txBody>
      </p:sp>
      <p:sp>
        <p:nvSpPr>
          <p:cNvPr id="10" name="Rounded Rectangle 9"/>
          <p:cNvSpPr/>
          <p:nvPr/>
        </p:nvSpPr>
        <p:spPr>
          <a:xfrm>
            <a:off x="9729216" y="2103120"/>
            <a:ext cx="1645920" cy="548640"/>
          </a:xfrm>
          <a:prstGeom prst="roundRect">
            <a:avLst>
              <a:gd name="adj" fmla="val 12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400">
                <a:solidFill>
                  <a:srgbClr val="060E1D"/>
                </a:solidFill>
              </a:rPr>
              <a:t>Monitoring</a:t>
            </a:r>
          </a:p>
        </p:txBody>
      </p:sp>
      <p:sp>
        <p:nvSpPr>
          <p:cNvPr id="11" name="Down Arrow 10"/>
          <p:cNvSpPr/>
          <p:nvPr/>
        </p:nvSpPr>
        <p:spPr>
          <a:xfrm>
            <a:off x="5943600" y="2743200"/>
            <a:ext cx="274320" cy="292608"/>
          </a:xfrm>
          <a:prstGeom prst="downArrow">
            <a:avLst/>
          </a:prstGeom>
          <a:solidFill>
            <a:srgbClr val="2B7F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08960" y="3127248"/>
            <a:ext cx="5971032" cy="777240"/>
          </a:xfrm>
          <a:prstGeom prst="roundRect">
            <a:avLst>
              <a:gd name="adj" fmla="val 12000"/>
            </a:avLst>
          </a:prstGeom>
          <a:solidFill>
            <a:srgbClr val="060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2200">
                <a:solidFill>
                  <a:srgbClr val="69DED7"/>
                </a:solidFill>
              </a:rPr>
              <a:t>QDMI · session · query · job</a:t>
            </a:r>
          </a:p>
        </p:txBody>
      </p:sp>
      <p:sp>
        <p:nvSpPr>
          <p:cNvPr id="13" name="Down Arrow 12"/>
          <p:cNvSpPr/>
          <p:nvPr/>
        </p:nvSpPr>
        <p:spPr>
          <a:xfrm>
            <a:off x="5943600" y="3995928"/>
            <a:ext cx="274320" cy="292608"/>
          </a:xfrm>
          <a:prstGeom prst="downArrow">
            <a:avLst/>
          </a:prstGeom>
          <a:solidFill>
            <a:srgbClr val="2B7F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362456" y="4389120"/>
            <a:ext cx="1783080" cy="548640"/>
          </a:xfrm>
          <a:prstGeom prst="roundRect">
            <a:avLst>
              <a:gd name="adj" fmla="val 12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400">
                <a:solidFill>
                  <a:srgbClr val="060E1D"/>
                </a:solidFill>
              </a:rPr>
              <a:t>IQM Resonance</a:t>
            </a:r>
          </a:p>
        </p:txBody>
      </p:sp>
      <p:sp>
        <p:nvSpPr>
          <p:cNvPr id="15" name="Rounded Rectangle 14"/>
          <p:cNvSpPr/>
          <p:nvPr/>
        </p:nvSpPr>
        <p:spPr>
          <a:xfrm>
            <a:off x="3282696" y="4389120"/>
            <a:ext cx="1783080" cy="548640"/>
          </a:xfrm>
          <a:prstGeom prst="roundRect">
            <a:avLst>
              <a:gd name="adj" fmla="val 12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400">
                <a:solidFill>
                  <a:srgbClr val="060E1D"/>
                </a:solidFill>
              </a:rPr>
              <a:t>IQM Radiance</a:t>
            </a:r>
          </a:p>
        </p:txBody>
      </p:sp>
      <p:sp>
        <p:nvSpPr>
          <p:cNvPr id="16" name="Rounded Rectangle 15"/>
          <p:cNvSpPr/>
          <p:nvPr/>
        </p:nvSpPr>
        <p:spPr>
          <a:xfrm>
            <a:off x="5202936" y="4389120"/>
            <a:ext cx="1783080" cy="548640"/>
          </a:xfrm>
          <a:prstGeom prst="roundRect">
            <a:avLst>
              <a:gd name="adj" fmla="val 12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400">
                <a:solidFill>
                  <a:srgbClr val="060E1D"/>
                </a:solidFill>
              </a:rPr>
              <a:t>MQT DDSIM</a:t>
            </a:r>
          </a:p>
        </p:txBody>
      </p:sp>
      <p:sp>
        <p:nvSpPr>
          <p:cNvPr id="17" name="Rounded Rectangle 16"/>
          <p:cNvSpPr/>
          <p:nvPr/>
        </p:nvSpPr>
        <p:spPr>
          <a:xfrm>
            <a:off x="7123176" y="4389120"/>
            <a:ext cx="1783080" cy="548640"/>
          </a:xfrm>
          <a:prstGeom prst="roundRect">
            <a:avLst>
              <a:gd name="adj" fmla="val 12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400">
                <a:solidFill>
                  <a:srgbClr val="060E1D"/>
                </a:solidFill>
              </a:rPr>
              <a:t>Amazon Braket</a:t>
            </a:r>
          </a:p>
        </p:txBody>
      </p:sp>
      <p:sp>
        <p:nvSpPr>
          <p:cNvPr id="18" name="Rounded Rectangle 17"/>
          <p:cNvSpPr/>
          <p:nvPr/>
        </p:nvSpPr>
        <p:spPr>
          <a:xfrm>
            <a:off x="9043416" y="4389120"/>
            <a:ext cx="1783080" cy="548640"/>
          </a:xfrm>
          <a:prstGeom prst="roundRect">
            <a:avLst>
              <a:gd name="adj" fmla="val 12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400">
                <a:solidFill>
                  <a:srgbClr val="060E1D"/>
                </a:solidFill>
              </a:rPr>
              <a:t>other vendors</a:t>
            </a:r>
          </a:p>
        </p:txBody>
      </p:sp>
      <p:sp>
        <p:nvSpPr>
          <p:cNvPr id="19" name="TextBox 18"/>
          <p:cNvSpPr txBox="1"/>
          <p:nvPr/>
        </p:nvSpPr>
        <p:spPr>
          <a:xfrm>
            <a:off x="630936" y="5074920"/>
            <a:ext cx="10927080" cy="320040"/>
          </a:xfrm>
          <a:prstGeom prst="rect">
            <a:avLst/>
          </a:prstGeom>
          <a:noFill/>
        </p:spPr>
        <p:txBody>
          <a:bodyPr wrap="square" anchor="t" lIns="0" rIns="0">
            <a:spAutoFit/>
          </a:bodyPr>
          <a:lstStyle/>
          <a:p>
            <a:pPr algn="ctr">
              <a:spcAft>
                <a:spcPts val="600"/>
              </a:spcAft>
            </a:pPr>
            <a:r>
              <a:rPr sz="1400">
                <a:solidFill>
                  <a:srgbClr val="5B6472"/>
                </a:solidFill>
              </a:rPr>
              <a:t>Device implementations: vendor-specific, hidden behind the interface</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QDMI in three function groups</a:t>
            </a:r>
          </a:p>
        </p:txBody>
      </p:sp>
      <p:sp>
        <p:nvSpPr>
          <p:cNvPr id="3" name="Text Placeholder 2"/>
          <p:cNvSpPr>
            <a:spLocks noGrp="1"/>
          </p:cNvSpPr>
          <p:nvPr>
            <p:ph type="body" idx="103"/>
          </p:nvPr>
        </p:nvSpPr>
        <p:spPr/>
        <p:txBody>
          <a:bodyPr/>
          <a:lstStyle/>
          <a:p>
            <a:r>
              <a:t>Lifecycle from Burgholzer et al., arXiv:2604.19869, Fig. 1</a:t>
            </a:r>
          </a:p>
        </p:txBody>
      </p:sp>
      <p:sp>
        <p:nvSpPr>
          <p:cNvPr id="4" name="Rounded Rectangle 3"/>
          <p:cNvSpPr/>
          <p:nvPr/>
        </p:nvSpPr>
        <p:spPr>
          <a:xfrm>
            <a:off x="630936" y="1737360"/>
            <a:ext cx="4846320" cy="1234440"/>
          </a:xfrm>
          <a:prstGeom prst="roundRect">
            <a:avLst>
              <a:gd name="adj" fmla="val 12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3152" bIns="73152"/>
          <a:lstStyle/>
          <a:p>
            <a:pPr algn="l"/>
            <a:r>
              <a:rPr b="1" sz="2000">
                <a:solidFill>
                  <a:srgbClr val="2B7F7B"/>
                </a:solidFill>
              </a:rPr>
              <a:t>Session</a:t>
            </a:r>
          </a:p>
          <a:p>
            <a:pPr algn="l"/>
            <a:r>
              <a:rPr sz="1400">
                <a:solidFill>
                  <a:srgbClr val="060E1D"/>
                </a:solidFill>
              </a:rPr>
              <a:t>Authenticated context for one device: base URL, token or tokens file, device selector.</a:t>
            </a:r>
          </a:p>
        </p:txBody>
      </p:sp>
      <p:sp>
        <p:nvSpPr>
          <p:cNvPr id="5" name="Rounded Rectangle 4"/>
          <p:cNvSpPr/>
          <p:nvPr/>
        </p:nvSpPr>
        <p:spPr>
          <a:xfrm>
            <a:off x="630936" y="3108960"/>
            <a:ext cx="4846320" cy="1234440"/>
          </a:xfrm>
          <a:prstGeom prst="roundRect">
            <a:avLst>
              <a:gd name="adj" fmla="val 12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3152" bIns="73152"/>
          <a:lstStyle/>
          <a:p>
            <a:pPr algn="l"/>
            <a:r>
              <a:rPr b="1" sz="2000">
                <a:solidFill>
                  <a:srgbClr val="2B7F7B"/>
                </a:solidFill>
              </a:rPr>
              <a:t>Query</a:t>
            </a:r>
          </a:p>
          <a:p>
            <a:pPr algn="l"/>
            <a:r>
              <a:rPr sz="1400">
                <a:solidFill>
                  <a:srgbClr val="060E1D"/>
                </a:solidFill>
              </a:rPr>
              <a:t>Device, site (qubit) and operation properties: topology, T1/T2, fidelities, durations.</a:t>
            </a:r>
          </a:p>
        </p:txBody>
      </p:sp>
      <p:sp>
        <p:nvSpPr>
          <p:cNvPr id="6" name="Rounded Rectangle 5"/>
          <p:cNvSpPr/>
          <p:nvPr/>
        </p:nvSpPr>
        <p:spPr>
          <a:xfrm>
            <a:off x="630936" y="4480560"/>
            <a:ext cx="4846320" cy="1234440"/>
          </a:xfrm>
          <a:prstGeom prst="roundRect">
            <a:avLst>
              <a:gd name="adj" fmla="val 12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3152" bIns="73152"/>
          <a:lstStyle/>
          <a:p>
            <a:pPr algn="l"/>
            <a:r>
              <a:rPr b="1" sz="2000">
                <a:solidFill>
                  <a:srgbClr val="2B7F7B"/>
                </a:solidFill>
              </a:rPr>
              <a:t>Job</a:t>
            </a:r>
          </a:p>
          <a:p>
            <a:pPr algn="l"/>
            <a:r>
              <a:rPr sz="1400">
                <a:solidFill>
                  <a:srgbClr val="060E1D"/>
                </a:solidFill>
              </a:rPr>
              <a:t>Submit a program (IQM JSON, QIR, QASM), check or wait, cancel, fetch counts or shots.</a:t>
            </a:r>
          </a:p>
        </p:txBody>
      </p:sp>
      <p:sp>
        <p:nvSpPr>
          <p:cNvPr id="7" name="Rounded Rectangle 6"/>
          <p:cNvSpPr/>
          <p:nvPr/>
        </p:nvSpPr>
        <p:spPr>
          <a:xfrm>
            <a:off x="5760720" y="1737360"/>
            <a:ext cx="5797296" cy="3977639"/>
          </a:xfrm>
          <a:prstGeom prst="roundRect">
            <a:avLst>
              <a:gd name="adj" fmla="val 6000"/>
            </a:avLst>
          </a:prstGeom>
          <a:solidFill>
            <a:srgbClr val="060E1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l"/>
            <a:r>
              <a:rPr sz="1200">
                <a:solidFill>
                  <a:srgbClr val="DDEBE9"/>
                </a:solidFill>
                <a:latin typeface="Consolas"/>
              </a:rPr>
              <a:t>IQM_QDMI_device_initialize();</a:t>
            </a:r>
          </a:p>
          <a:p>
            <a:pPr algn="l"/>
            <a:r>
              <a:rPr sz="1200">
                <a:solidFill>
                  <a:srgbClr val="DDEBE9"/>
                </a:solidFill>
                <a:latin typeface="Consolas"/>
              </a:rPr>
              <a:t>IQM_QDMI_device_session_alloc(&amp;s);</a:t>
            </a:r>
          </a:p>
          <a:p>
            <a:pPr algn="l"/>
            <a:r>
              <a:rPr sz="1200">
                <a:solidFill>
                  <a:srgbClr val="DDEBE9"/>
                </a:solidFill>
                <a:latin typeface="Consolas"/>
              </a:rPr>
              <a:t>/* set BASEURL, TOKEN ... */</a:t>
            </a:r>
          </a:p>
          <a:p>
            <a:pPr algn="l"/>
            <a:r>
              <a:rPr sz="1200">
                <a:solidFill>
                  <a:srgbClr val="DDEBE9"/>
                </a:solidFill>
                <a:latin typeface="Consolas"/>
              </a:rPr>
              <a:t>IQM_QDMI_device_session_init(s);</a:t>
            </a:r>
          </a:p>
          <a:p>
            <a:pPr algn="l"/>
            <a:r>
              <a:rPr sz="1200">
                <a:solidFill>
                  <a:srgbClr val="DDEBE9"/>
                </a:solidFill>
                <a:latin typeface="Consolas"/>
              </a:rPr>
              <a:t> </a:t>
            </a:r>
          </a:p>
          <a:p>
            <a:pPr algn="l"/>
            <a:r>
              <a:rPr sz="1200">
                <a:solidFill>
                  <a:srgbClr val="DDEBE9"/>
                </a:solidFill>
                <a:latin typeface="Consolas"/>
              </a:rPr>
              <a:t>IQM_QDMI_device_session_create_device_job(s, &amp;j);</a:t>
            </a:r>
          </a:p>
          <a:p>
            <a:pPr algn="l"/>
            <a:r>
              <a:rPr sz="1200">
                <a:solidFill>
                  <a:srgbClr val="DDEBE9"/>
                </a:solidFill>
                <a:latin typeface="Consolas"/>
              </a:rPr>
              <a:t>/* set PROGRAMFORMAT, PROGRAM, SHOTSNUM */</a:t>
            </a:r>
          </a:p>
          <a:p>
            <a:pPr algn="l"/>
            <a:r>
              <a:rPr sz="1200">
                <a:solidFill>
                  <a:srgbClr val="DDEBE9"/>
                </a:solidFill>
                <a:latin typeface="Consolas"/>
              </a:rPr>
              <a:t>IQM_QDMI_device_job_submit(j);</a:t>
            </a:r>
          </a:p>
          <a:p>
            <a:pPr algn="l"/>
            <a:r>
              <a:rPr sz="1200">
                <a:solidFill>
                  <a:srgbClr val="DDEBE9"/>
                </a:solidFill>
                <a:latin typeface="Consolas"/>
              </a:rPr>
              <a:t>IQM_QDMI_device_job_wait(j, 0);</a:t>
            </a:r>
          </a:p>
          <a:p>
            <a:pPr algn="l"/>
            <a:r>
              <a:rPr sz="1200">
                <a:solidFill>
                  <a:srgbClr val="DDEBE9"/>
                </a:solidFill>
                <a:latin typeface="Consolas"/>
              </a:rPr>
              <a:t>IQM_QDMI_device_job_get_results(j, ...);</a:t>
            </a:r>
          </a:p>
          <a:p>
            <a:pPr algn="l"/>
            <a:r>
              <a:rPr sz="1200">
                <a:solidFill>
                  <a:srgbClr val="DDEBE9"/>
                </a:solidFill>
                <a:latin typeface="Consolas"/>
              </a:rPr>
              <a:t> </a:t>
            </a:r>
          </a:p>
          <a:p>
            <a:pPr algn="l"/>
            <a:r>
              <a:rPr sz="1200">
                <a:solidFill>
                  <a:srgbClr val="DDEBE9"/>
                </a:solidFill>
                <a:latin typeface="Consolas"/>
              </a:rPr>
              <a:t>IQM_QDMI_device_job_free(j);</a:t>
            </a:r>
          </a:p>
          <a:p>
            <a:pPr algn="l"/>
            <a:r>
              <a:rPr sz="1200">
                <a:solidFill>
                  <a:srgbClr val="DDEBE9"/>
                </a:solidFill>
                <a:latin typeface="Consolas"/>
              </a:rPr>
              <a:t>IQM_QDMI_device_session_free(s);</a:t>
            </a:r>
          </a:p>
          <a:p>
            <a:pPr algn="l"/>
            <a:r>
              <a:rPr sz="1200">
                <a:solidFill>
                  <a:srgbClr val="DDEBE9"/>
                </a:solidFill>
                <a:latin typeface="Consolas"/>
              </a:rPr>
              <a:t>IQM_QDMI_device_finalize();</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QDMI-on-IQM in practice</a:t>
            </a:r>
          </a:p>
        </p:txBody>
      </p:sp>
      <p:sp>
        <p:nvSpPr>
          <p:cNvPr id="3" name="Text Placeholder 2"/>
          <p:cNvSpPr>
            <a:spLocks noGrp="1"/>
          </p:cNvSpPr>
          <p:nvPr>
            <p:ph type="body" idx="103"/>
          </p:nvPr>
        </p:nvSpPr>
        <p:spPr/>
        <p:txBody>
          <a:bodyPr/>
          <a:lstStyle/>
          <a:p>
            <a:r>
              <a:t>QDMI call → IQM Server API</a:t>
            </a:r>
          </a:p>
        </p:txBody>
      </p:sp>
      <p:sp>
        <p:nvSpPr>
          <p:cNvPr id="4" name="Text Placeholder 3"/>
          <p:cNvSpPr>
            <a:spLocks noGrp="1"/>
          </p:cNvSpPr>
          <p:nvPr>
            <p:ph type="body" idx="105"/>
          </p:nvPr>
        </p:nvSpPr>
        <p:spPr/>
        <p:txBody>
          <a:bodyPr/>
          <a:lstStyle/>
          <a:p>
            <a:r>
              <a:rPr b="1"/>
              <a:t>session_init:</a:t>
            </a:r>
            <a:r>
              <a:t> discover backends, resolve the target, cache calibration</a:t>
            </a:r>
          </a:p>
          <a:p>
            <a:r>
              <a:rPr b="1"/>
              <a:t>query_*_property:</a:t>
            </a:r>
            <a:r>
              <a:t> served from the cache, no network round trip</a:t>
            </a:r>
          </a:p>
          <a:p>
            <a:r>
              <a:rPr b="1"/>
              <a:t>job_submit:</a:t>
            </a:r>
            <a:r>
              <a:t> build the IQM payload (circuit or calibration job)</a:t>
            </a:r>
          </a:p>
          <a:p>
            <a:r>
              <a:rPr b="1"/>
              <a:t>job_check / wait:</a:t>
            </a:r>
            <a:r>
              <a:t> poll and map IQM states to QDMI states</a:t>
            </a:r>
          </a:p>
          <a:p>
            <a:r>
              <a:rPr b="1"/>
              <a:t>get_results:</a:t>
            </a:r>
            <a:r>
              <a:t> counts or shots, fetched once and cached</a:t>
            </a:r>
          </a:p>
        </p:txBody>
      </p:sp>
      <p:sp>
        <p:nvSpPr>
          <p:cNvPr id="5" name="Text Placeholder 4"/>
          <p:cNvSpPr>
            <a:spLocks noGrp="1"/>
          </p:cNvSpPr>
          <p:nvPr>
            <p:ph type="body" idx="108"/>
          </p:nvPr>
        </p:nvSpPr>
        <p:spPr/>
        <p:txBody>
          <a:bodyPr/>
          <a:lstStyle/>
          <a:p>
            <a:r>
              <a:t>Session and job parameters</a:t>
            </a:r>
          </a:p>
        </p:txBody>
      </p:sp>
      <p:sp>
        <p:nvSpPr>
          <p:cNvPr id="6" name="Text Placeholder 5"/>
          <p:cNvSpPr>
            <a:spLocks noGrp="1"/>
          </p:cNvSpPr>
          <p:nvPr>
            <p:ph type="body" idx="110"/>
          </p:nvPr>
        </p:nvSpPr>
        <p:spPr/>
        <p:txBody>
          <a:bodyPr/>
          <a:lstStyle/>
          <a:p>
            <a:r>
              <a:rPr b="1"/>
              <a:t>BASEURL:</a:t>
            </a:r>
            <a:r>
              <a:t> IQM Server endpoint</a:t>
            </a:r>
          </a:p>
          <a:p>
            <a:r>
              <a:rPr b="1"/>
              <a:t>TOKEN / AUTHFILE:</a:t>
            </a:r>
            <a:r>
              <a:t> API token or tokens file</a:t>
            </a:r>
          </a:p>
          <a:p>
            <a:r>
              <a:rPr b="1"/>
              <a:t>CUSTOM1 / CUSTOM2:</a:t>
            </a:r>
            <a:r>
              <a:t> quantum computer ID / alias</a:t>
            </a:r>
          </a:p>
          <a:p>
            <a:r>
              <a:rPr b="1"/>
              <a:t>PROGRAMFORMAT:</a:t>
            </a:r>
            <a:r>
              <a:t> IQMJSON · QIR · CALIBRATION</a:t>
            </a:r>
          </a:p>
          <a:p>
            <a:r>
              <a:rPr b="1"/>
              <a:t>job CUSTOM1 / CUSTOM5:</a:t>
            </a:r>
            <a:r>
              <a:t> heralding · qubit mapping</a:t>
            </a:r>
          </a:p>
        </p:txBody>
      </p:sp>
      <p:sp>
        <p:nvSpPr>
          <p:cNvPr id="7" name="Text Placeholder 6"/>
          <p:cNvSpPr>
            <a:spLocks noGrp="1"/>
          </p:cNvSpPr>
          <p:nvPr>
            <p:ph type="body" idx="113"/>
          </p:nvPr>
        </p:nvSpPr>
        <p:spPr/>
        <p:txBody>
          <a:bodyPr/>
          <a:lstStyle/>
          <a:p>
            <a:r>
              <a:t>pip install iqm-qdmi · C++20 · Spack for clusters · Apache-2.0 with LLVM exception (SPANK plugin GPLv3) · arXiv:2604.19869</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software path in the lab</a:t>
            </a:r>
          </a:p>
        </p:txBody>
      </p:sp>
      <p:sp>
        <p:nvSpPr>
          <p:cNvPr id="4" name="Rounded Rectangle 3"/>
          <p:cNvSpPr/>
          <p:nvPr/>
        </p:nvSpPr>
        <p:spPr>
          <a:xfrm>
            <a:off x="630936" y="1783080"/>
            <a:ext cx="1874519" cy="914400"/>
          </a:xfrm>
          <a:prstGeom prst="roundRect">
            <a:avLst>
              <a:gd name="adj" fmla="val 12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500">
                <a:solidFill>
                  <a:srgbClr val="060E1D"/>
                </a:solidFill>
              </a:rPr>
              <a:t>Your code</a:t>
            </a:r>
          </a:p>
          <a:p>
            <a:pPr algn="l"/>
            <a:r>
              <a:rPr sz="1200">
                <a:solidFill>
                  <a:srgbClr val="5B6472"/>
                </a:solidFill>
              </a:rPr>
              <a:t>Qiskit · Qrisp</a:t>
            </a:r>
          </a:p>
        </p:txBody>
      </p:sp>
      <p:sp>
        <p:nvSpPr>
          <p:cNvPr id="5" name="Right Arrow 4"/>
          <p:cNvSpPr/>
          <p:nvPr/>
        </p:nvSpPr>
        <p:spPr>
          <a:xfrm>
            <a:off x="2532888" y="2130552"/>
            <a:ext cx="292608" cy="219456"/>
          </a:xfrm>
          <a:prstGeom prst="rightArrow">
            <a:avLst/>
          </a:prstGeom>
          <a:solidFill>
            <a:srgbClr val="2B7F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852928" y="1783080"/>
            <a:ext cx="1874519" cy="914400"/>
          </a:xfrm>
          <a:prstGeom prst="roundRect">
            <a:avLst>
              <a:gd name="adj" fmla="val 12000"/>
            </a:avLst>
          </a:prstGeom>
          <a:solidFill>
            <a:srgbClr val="E6F8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500">
                <a:solidFill>
                  <a:srgbClr val="2B7F7B"/>
                </a:solidFill>
              </a:rPr>
              <a:t>QDMIBackend</a:t>
            </a:r>
          </a:p>
          <a:p>
            <a:pPr algn="l"/>
            <a:r>
              <a:rPr sz="1200">
                <a:solidFill>
                  <a:srgbClr val="5B6472"/>
                </a:solidFill>
              </a:rPr>
              <a:t>Target from queries</a:t>
            </a:r>
          </a:p>
        </p:txBody>
      </p:sp>
      <p:sp>
        <p:nvSpPr>
          <p:cNvPr id="7" name="Right Arrow 6"/>
          <p:cNvSpPr/>
          <p:nvPr/>
        </p:nvSpPr>
        <p:spPr>
          <a:xfrm>
            <a:off x="4754880" y="2130552"/>
            <a:ext cx="292608" cy="219456"/>
          </a:xfrm>
          <a:prstGeom prst="rightArrow">
            <a:avLst/>
          </a:prstGeom>
          <a:solidFill>
            <a:srgbClr val="2B7F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74920" y="1783080"/>
            <a:ext cx="1874519" cy="914400"/>
          </a:xfrm>
          <a:prstGeom prst="roundRect">
            <a:avLst>
              <a:gd name="adj" fmla="val 12000"/>
            </a:avLst>
          </a:prstGeom>
          <a:solidFill>
            <a:srgbClr val="E6F8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500">
                <a:solidFill>
                  <a:srgbClr val="2B7F7B"/>
                </a:solidFill>
              </a:rPr>
              <a:t>QDMI driver</a:t>
            </a:r>
          </a:p>
          <a:p>
            <a:pPr algn="l"/>
            <a:r>
              <a:rPr sz="1200">
                <a:solidFill>
                  <a:srgbClr val="5B6472"/>
                </a:solidFill>
              </a:rPr>
              <a:t>manifests by ID</a:t>
            </a:r>
          </a:p>
        </p:txBody>
      </p:sp>
      <p:sp>
        <p:nvSpPr>
          <p:cNvPr id="9" name="Right Arrow 8"/>
          <p:cNvSpPr/>
          <p:nvPr/>
        </p:nvSpPr>
        <p:spPr>
          <a:xfrm>
            <a:off x="6976872" y="2130552"/>
            <a:ext cx="292608" cy="219456"/>
          </a:xfrm>
          <a:prstGeom prst="rightArrow">
            <a:avLst/>
          </a:prstGeom>
          <a:solidFill>
            <a:srgbClr val="2B7F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296912" y="1783080"/>
            <a:ext cx="1874519" cy="914400"/>
          </a:xfrm>
          <a:prstGeom prst="roundRect">
            <a:avLst>
              <a:gd name="adj" fmla="val 12000"/>
            </a:avLst>
          </a:prstGeom>
          <a:solidFill>
            <a:srgbClr val="E6F8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500">
                <a:solidFill>
                  <a:srgbClr val="2B7F7B"/>
                </a:solidFill>
              </a:rPr>
              <a:t>IQM device lib</a:t>
            </a:r>
          </a:p>
          <a:p>
            <a:pPr algn="l"/>
            <a:r>
              <a:rPr sz="1200">
                <a:solidFill>
                  <a:srgbClr val="5B6472"/>
                </a:solidFill>
              </a:rPr>
              <a:t>QDMI-on-IQM</a:t>
            </a:r>
          </a:p>
        </p:txBody>
      </p:sp>
      <p:sp>
        <p:nvSpPr>
          <p:cNvPr id="11" name="Right Arrow 10"/>
          <p:cNvSpPr/>
          <p:nvPr/>
        </p:nvSpPr>
        <p:spPr>
          <a:xfrm>
            <a:off x="9198864" y="2130552"/>
            <a:ext cx="292608" cy="219456"/>
          </a:xfrm>
          <a:prstGeom prst="rightArrow">
            <a:avLst/>
          </a:prstGeom>
          <a:solidFill>
            <a:srgbClr val="2B7F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518904" y="1783080"/>
            <a:ext cx="1874519" cy="914400"/>
          </a:xfrm>
          <a:prstGeom prst="roundRect">
            <a:avLst>
              <a:gd name="adj" fmla="val 12000"/>
            </a:avLst>
          </a:prstGeom>
          <a:solidFill>
            <a:srgbClr val="060E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500">
                <a:solidFill>
                  <a:srgbClr val="69DED7"/>
                </a:solidFill>
              </a:rPr>
              <a:t>IQM Server API</a:t>
            </a:r>
          </a:p>
          <a:p>
            <a:pPr algn="l"/>
            <a:r>
              <a:rPr sz="1200">
                <a:solidFill>
                  <a:srgbClr val="C9CED6"/>
                </a:solidFill>
              </a:rPr>
              <a:t>Resonance / Radiance</a:t>
            </a:r>
          </a:p>
        </p:txBody>
      </p:sp>
      <p:sp>
        <p:nvSpPr>
          <p:cNvPr id="13" name="Rounded Rectangle 12"/>
          <p:cNvSpPr/>
          <p:nvPr/>
        </p:nvSpPr>
        <p:spPr>
          <a:xfrm>
            <a:off x="630936" y="2971800"/>
            <a:ext cx="6583680" cy="2743200"/>
          </a:xfrm>
          <a:prstGeom prst="roundRect">
            <a:avLst>
              <a:gd name="adj" fmla="val 6000"/>
            </a:avLst>
          </a:prstGeom>
          <a:solidFill>
            <a:srgbClr val="060E1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l"/>
            <a:r>
              <a:rPr sz="1200">
                <a:solidFill>
                  <a:srgbClr val="DDEBE9"/>
                </a:solidFill>
                <a:latin typeface="Consolas"/>
              </a:rPr>
              <a:t>from mqt.core.qdmi import builtin_driver, ProgramFormat</a:t>
            </a:r>
          </a:p>
          <a:p>
            <a:pPr algn="l"/>
            <a:r>
              <a:rPr sz="1200">
                <a:solidFill>
                  <a:srgbClr val="DDEBE9"/>
                </a:solidFill>
                <a:latin typeface="Consolas"/>
              </a:rPr>
              <a:t>print(builtin_driver.registered_device_ids())</a:t>
            </a:r>
          </a:p>
          <a:p>
            <a:pPr algn="l"/>
            <a:r>
              <a:rPr sz="1200">
                <a:solidFill>
                  <a:srgbClr val="7FA3A0"/>
                </a:solidFill>
                <a:latin typeface="Consolas"/>
              </a:rPr>
              <a:t># ['mqt.ddsim.default', 'iqm.&lt;qpu&gt;', 'iqm.&lt;qpu&gt;.mock']</a:t>
            </a:r>
          </a:p>
          <a:p>
            <a:pPr algn="l"/>
            <a:r>
              <a:rPr sz="1200">
                <a:solidFill>
                  <a:srgbClr val="DDEBE9"/>
                </a:solidFill>
                <a:latin typeface="Consolas"/>
              </a:rPr>
              <a:t> </a:t>
            </a:r>
          </a:p>
          <a:p>
            <a:pPr algn="l"/>
            <a:r>
              <a:rPr sz="1200">
                <a:solidFill>
                  <a:srgbClr val="DDEBE9"/>
                </a:solidFill>
                <a:latin typeface="Consolas"/>
              </a:rPr>
              <a:t>dev = builtin_driver.open_device("mqt.ddsim.default")</a:t>
            </a:r>
          </a:p>
          <a:p>
            <a:pPr algn="l"/>
            <a:r>
              <a:rPr sz="1200">
                <a:solidFill>
                  <a:srgbClr val="DDEBE9"/>
                </a:solidFill>
                <a:latin typeface="Consolas"/>
              </a:rPr>
              <a:t>job = dev.submit_job(BELL, ProgramFormat.QASM2, 1000)</a:t>
            </a:r>
          </a:p>
          <a:p>
            <a:pPr algn="l"/>
            <a:r>
              <a:rPr sz="1200">
                <a:solidFill>
                  <a:srgbClr val="DDEBE9"/>
                </a:solidFill>
                <a:latin typeface="Consolas"/>
              </a:rPr>
              <a:t>job.wait(60); print(job.get_counts())</a:t>
            </a:r>
          </a:p>
        </p:txBody>
      </p:sp>
      <p:sp>
        <p:nvSpPr>
          <p:cNvPr id="14" name="Rounded Rectangle 13"/>
          <p:cNvSpPr/>
          <p:nvPr/>
        </p:nvSpPr>
        <p:spPr>
          <a:xfrm>
            <a:off x="7406640" y="2971800"/>
            <a:ext cx="4151376" cy="2743200"/>
          </a:xfrm>
          <a:prstGeom prst="roundRect">
            <a:avLst>
              <a:gd name="adj" fmla="val 6000"/>
            </a:avLst>
          </a:prstGeom>
          <a:solidFill>
            <a:srgbClr val="060E1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l"/>
            <a:r>
              <a:rPr sz="1200">
                <a:solidFill>
                  <a:srgbClr val="DDEBE9"/>
                </a:solidFill>
                <a:latin typeface="Consolas"/>
              </a:rPr>
              <a:t>from mqt.core.plugins.qiskit \</a:t>
            </a:r>
          </a:p>
          <a:p>
            <a:pPr algn="l"/>
            <a:r>
              <a:rPr sz="1200">
                <a:solidFill>
                  <a:srgbClr val="DDEBE9"/>
                </a:solidFill>
                <a:latin typeface="Consolas"/>
              </a:rPr>
              <a:t>    import QDMIBackend</a:t>
            </a:r>
          </a:p>
          <a:p>
            <a:pPr algn="l"/>
            <a:r>
              <a:rPr sz="1200">
                <a:solidFill>
                  <a:srgbClr val="DDEBE9"/>
                </a:solidFill>
                <a:latin typeface="Consolas"/>
              </a:rPr>
              <a:t> </a:t>
            </a:r>
          </a:p>
          <a:p>
            <a:pPr algn="l"/>
            <a:r>
              <a:rPr sz="1200">
                <a:solidFill>
                  <a:srgbClr val="DDEBE9"/>
                </a:solidFill>
                <a:latin typeface="Consolas"/>
              </a:rPr>
              <a:t>be = QDMIBackend.from_device_id(</a:t>
            </a:r>
          </a:p>
          <a:p>
            <a:pPr algn="l"/>
            <a:r>
              <a:rPr sz="1200">
                <a:solidFill>
                  <a:srgbClr val="DDEBE9"/>
                </a:solidFill>
                <a:latin typeface="Consolas"/>
              </a:rPr>
              <a:t>    IQM_ID, token=TOKEN)</a:t>
            </a:r>
          </a:p>
          <a:p>
            <a:pPr algn="l"/>
            <a:r>
              <a:rPr sz="1200">
                <a:solidFill>
                  <a:srgbClr val="DDEBE9"/>
                </a:solidFill>
                <a:latin typeface="Consolas"/>
              </a:rPr>
              <a:t>tqc = transpile(qc, backend=be)</a:t>
            </a:r>
          </a:p>
          <a:p>
            <a:pPr algn="l"/>
            <a:r>
              <a:rPr sz="1200">
                <a:solidFill>
                  <a:srgbClr val="DDEBE9"/>
                </a:solidFill>
                <a:latin typeface="Consolas"/>
              </a:rPr>
              <a:t>be.run(tqc, shots=500)</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Lab 1 setup: your laptop</a:t>
            </a:r>
          </a:p>
        </p:txBody>
      </p:sp>
      <p:sp>
        <p:nvSpPr>
          <p:cNvPr id="4" name="Rounded Rectangle 3"/>
          <p:cNvSpPr/>
          <p:nvPr/>
        </p:nvSpPr>
        <p:spPr>
          <a:xfrm>
            <a:off x="630936" y="1737360"/>
            <a:ext cx="6949440" cy="4023360"/>
          </a:xfrm>
          <a:prstGeom prst="roundRect">
            <a:avLst>
              <a:gd name="adj" fmla="val 6000"/>
            </a:avLst>
          </a:prstGeom>
          <a:solidFill>
            <a:srgbClr val="060E1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l"/>
            <a:r>
              <a:rPr sz="1200">
                <a:solidFill>
                  <a:srgbClr val="DDEBE9"/>
                </a:solidFill>
                <a:latin typeface="Consolas"/>
              </a:rPr>
              <a:t>$ cd 01_qdmi_local_to_resonance</a:t>
            </a:r>
          </a:p>
          <a:p>
            <a:pPr algn="l"/>
            <a:r>
              <a:rPr sz="1200">
                <a:solidFill>
                  <a:srgbClr val="DDEBE9"/>
                </a:solidFill>
                <a:latin typeface="Consolas"/>
              </a:rPr>
              <a:t>$ ./setup_local.sh   # uv venv + mqt-core + iqm-qdmi</a:t>
            </a:r>
          </a:p>
          <a:p>
            <a:pPr algn="l"/>
            <a:r>
              <a:rPr sz="1200">
                <a:solidFill>
                  <a:srgbClr val="DDEBE9"/>
                </a:solidFill>
                <a:latin typeface="Consolas"/>
              </a:rPr>
              <a:t>$ source .venv/bin/activate</a:t>
            </a:r>
          </a:p>
          <a:p>
            <a:pPr algn="l"/>
            <a:r>
              <a:rPr sz="1200">
                <a:solidFill>
                  <a:srgbClr val="DDEBE9"/>
                </a:solidFill>
                <a:latin typeface="Consolas"/>
              </a:rPr>
              <a:t>$ python qdmi_demo.py list</a:t>
            </a:r>
          </a:p>
          <a:p>
            <a:pPr algn="l"/>
            <a:r>
              <a:rPr sz="1200">
                <a:solidFill>
                  <a:srgbClr val="DDEBE9"/>
                </a:solidFill>
                <a:latin typeface="Consolas"/>
              </a:rPr>
              <a:t>  mqt.ddsim.default        local</a:t>
            </a:r>
          </a:p>
          <a:p>
            <a:pPr algn="l"/>
            <a:r>
              <a:rPr sz="1200">
                <a:solidFill>
                  <a:srgbClr val="DDEBE9"/>
                </a:solidFill>
                <a:latin typeface="Consolas"/>
              </a:rPr>
              <a:t>  iqm.&lt;qpu&gt;.mock           IQM (remote)</a:t>
            </a:r>
          </a:p>
          <a:p>
            <a:pPr algn="l"/>
            <a:r>
              <a:rPr sz="1200">
                <a:solidFill>
                  <a:srgbClr val="DDEBE9"/>
                </a:solidFill>
                <a:latin typeface="Consolas"/>
              </a:rPr>
              <a:t> </a:t>
            </a:r>
          </a:p>
          <a:p>
            <a:pPr algn="l"/>
            <a:r>
              <a:rPr sz="1200">
                <a:solidFill>
                  <a:srgbClr val="DDEBE9"/>
                </a:solidFill>
                <a:latin typeface="Consolas"/>
              </a:rPr>
              <a:t>$ cp env.example .env    # paste your token</a:t>
            </a:r>
          </a:p>
          <a:p>
            <a:pPr algn="l"/>
            <a:r>
              <a:rPr sz="1200">
                <a:solidFill>
                  <a:srgbClr val="DDEBE9"/>
                </a:solidFill>
                <a:latin typeface="Consolas"/>
              </a:rPr>
              <a:t>$ set -a; source .env; set +a</a:t>
            </a:r>
          </a:p>
          <a:p>
            <a:pPr algn="l"/>
            <a:r>
              <a:rPr sz="1200">
                <a:solidFill>
                  <a:srgbClr val="DDEBE9"/>
                </a:solidFill>
                <a:latin typeface="Consolas"/>
              </a:rPr>
              <a:t>$ python qdmi_demo.py info --device auto-iqm</a:t>
            </a:r>
          </a:p>
          <a:p>
            <a:pPr algn="l"/>
            <a:r>
              <a:rPr sz="1200">
                <a:solidFill>
                  <a:srgbClr val="DDEBE9"/>
                </a:solidFill>
                <a:latin typeface="Consolas"/>
              </a:rPr>
              <a:t>$ python qdmi_demo.py bell --device auto-iqm --via qiskit</a:t>
            </a:r>
          </a:p>
          <a:p>
            <a:pPr algn="l"/>
            <a:r>
              <a:rPr sz="1200">
                <a:solidFill>
                  <a:srgbClr val="DDEBE9"/>
                </a:solidFill>
                <a:latin typeface="Consolas"/>
              </a:rPr>
              <a:t>$ python qdmi_demo.py loop --device auto-iqm</a:t>
            </a:r>
          </a:p>
        </p:txBody>
      </p:sp>
      <p:sp>
        <p:nvSpPr>
          <p:cNvPr id="5" name="Rounded Rectangle 4"/>
          <p:cNvSpPr/>
          <p:nvPr/>
        </p:nvSpPr>
        <p:spPr>
          <a:xfrm>
            <a:off x="7818120" y="1737360"/>
            <a:ext cx="3739896" cy="1874519"/>
          </a:xfrm>
          <a:prstGeom prst="roundRect">
            <a:avLst>
              <a:gd name="adj" fmla="val 12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3152" bIns="73152"/>
          <a:lstStyle/>
          <a:p>
            <a:pPr algn="l"/>
            <a:r>
              <a:rPr b="1" sz="1800">
                <a:solidFill>
                  <a:srgbClr val="2B7F7B"/>
                </a:solidFill>
              </a:rPr>
              <a:t>Or the notebook</a:t>
            </a:r>
          </a:p>
          <a:p>
            <a:pPr algn="l"/>
            <a:r>
              <a:rPr sz="1400">
                <a:solidFill>
                  <a:srgbClr val="060E1D"/>
                </a:solidFill>
              </a:rPr>
              <a:t>QDMI_Tutorial_Local_to_Resonance.ipynb walks the same steps with plots.</a:t>
            </a:r>
          </a:p>
        </p:txBody>
      </p:sp>
      <p:sp>
        <p:nvSpPr>
          <p:cNvPr id="6" name="Rounded Rectangle 5"/>
          <p:cNvSpPr/>
          <p:nvPr/>
        </p:nvSpPr>
        <p:spPr>
          <a:xfrm>
            <a:off x="7818120" y="3840480"/>
            <a:ext cx="3739896" cy="1920240"/>
          </a:xfrm>
          <a:prstGeom prst="roundRect">
            <a:avLst>
              <a:gd name="adj" fmla="val 12000"/>
            </a:avLst>
          </a:prstGeom>
          <a:solidFill>
            <a:srgbClr val="FCEDE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3152" bIns="73152"/>
          <a:lstStyle/>
          <a:p>
            <a:pPr algn="l"/>
            <a:r>
              <a:rPr b="1" sz="1800">
                <a:solidFill>
                  <a:srgbClr val="C2501F"/>
                </a:solidFill>
              </a:rPr>
              <a:t>Credentials</a:t>
            </a:r>
          </a:p>
          <a:p>
            <a:pPr algn="l"/>
            <a:r>
              <a:rPr sz="1400">
                <a:solidFill>
                  <a:srgbClr val="060E1D"/>
                </a:solidFill>
              </a:rPr>
              <a:t>RESONANCE_API_KEY or IQM_TOKENS_FILE, optional IQM_QC_ALIAS. Never commit .env.</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Lab 1 in five steps</a:t>
            </a:r>
          </a:p>
        </p:txBody>
      </p:sp>
      <p:sp>
        <p:nvSpPr>
          <p:cNvPr id="3" name="Text Placeholder 2"/>
          <p:cNvSpPr>
            <a:spLocks noGrp="1"/>
          </p:cNvSpPr>
          <p:nvPr>
            <p:ph type="body" idx="104"/>
          </p:nvPr>
        </p:nvSpPr>
        <p:spPr/>
        <p:txBody>
          <a:bodyPr/>
          <a:lstStyle/>
          <a:p>
            <a:r>
              <a:t>1</a:t>
            </a:r>
          </a:p>
        </p:txBody>
      </p:sp>
      <p:sp>
        <p:nvSpPr>
          <p:cNvPr id="4" name="Text Placeholder 3"/>
          <p:cNvSpPr>
            <a:spLocks noGrp="1"/>
          </p:cNvSpPr>
          <p:nvPr>
            <p:ph type="body" idx="105"/>
          </p:nvPr>
        </p:nvSpPr>
        <p:spPr/>
        <p:txBody>
          <a:bodyPr/>
          <a:lstStyle/>
          <a:p>
            <a:r>
              <a:t>Discover</a:t>
            </a:r>
          </a:p>
        </p:txBody>
      </p:sp>
      <p:sp>
        <p:nvSpPr>
          <p:cNvPr id="5" name="Text Placeholder 4"/>
          <p:cNvSpPr>
            <a:spLocks noGrp="1"/>
          </p:cNvSpPr>
          <p:nvPr>
            <p:ph type="body" idx="106"/>
          </p:nvPr>
        </p:nvSpPr>
        <p:spPr/>
        <p:txBody>
          <a:bodyPr/>
          <a:lstStyle/>
          <a:p>
            <a:r>
              <a:t>List device IDs without loading any library</a:t>
            </a:r>
          </a:p>
        </p:txBody>
      </p:sp>
      <p:sp>
        <p:nvSpPr>
          <p:cNvPr id="6" name="Text Placeholder 5"/>
          <p:cNvSpPr>
            <a:spLocks noGrp="1"/>
          </p:cNvSpPr>
          <p:nvPr>
            <p:ph type="body" idx="109"/>
          </p:nvPr>
        </p:nvSpPr>
        <p:spPr/>
        <p:txBody>
          <a:bodyPr/>
          <a:lstStyle/>
          <a:p>
            <a:r>
              <a:t>2</a:t>
            </a:r>
          </a:p>
        </p:txBody>
      </p:sp>
      <p:sp>
        <p:nvSpPr>
          <p:cNvPr id="7" name="Text Placeholder 6"/>
          <p:cNvSpPr>
            <a:spLocks noGrp="1"/>
          </p:cNvSpPr>
          <p:nvPr>
            <p:ph type="body" idx="110"/>
          </p:nvPr>
        </p:nvSpPr>
        <p:spPr/>
        <p:txBody>
          <a:bodyPr/>
          <a:lstStyle/>
          <a:p>
            <a:r>
              <a:t>Classical node</a:t>
            </a:r>
          </a:p>
        </p:txBody>
      </p:sp>
      <p:sp>
        <p:nvSpPr>
          <p:cNvPr id="8" name="Text Placeholder 7"/>
          <p:cNvSpPr>
            <a:spLocks noGrp="1"/>
          </p:cNvSpPr>
          <p:nvPr>
            <p:ph type="body" idx="111"/>
          </p:nvPr>
        </p:nvSpPr>
        <p:spPr/>
        <p:txBody>
          <a:bodyPr/>
          <a:lstStyle/>
          <a:p>
            <a:r>
              <a:t>Bell state on local DDSIM through QDMI</a:t>
            </a:r>
          </a:p>
        </p:txBody>
      </p:sp>
      <p:sp>
        <p:nvSpPr>
          <p:cNvPr id="9" name="Text Placeholder 8"/>
          <p:cNvSpPr>
            <a:spLocks noGrp="1"/>
          </p:cNvSpPr>
          <p:nvPr>
            <p:ph type="body" idx="114"/>
          </p:nvPr>
        </p:nvSpPr>
        <p:spPr/>
        <p:txBody>
          <a:bodyPr/>
          <a:lstStyle/>
          <a:p>
            <a:r>
              <a:t>3</a:t>
            </a:r>
          </a:p>
        </p:txBody>
      </p:sp>
      <p:sp>
        <p:nvSpPr>
          <p:cNvPr id="10" name="Text Placeholder 9"/>
          <p:cNvSpPr>
            <a:spLocks noGrp="1"/>
          </p:cNvSpPr>
          <p:nvPr>
            <p:ph type="body" idx="115"/>
          </p:nvPr>
        </p:nvSpPr>
        <p:spPr/>
        <p:txBody>
          <a:bodyPr/>
          <a:lstStyle/>
          <a:p>
            <a:r>
              <a:t>Quantum node</a:t>
            </a:r>
          </a:p>
        </p:txBody>
      </p:sp>
      <p:sp>
        <p:nvSpPr>
          <p:cNvPr id="11" name="Text Placeholder 10"/>
          <p:cNvSpPr>
            <a:spLocks noGrp="1"/>
          </p:cNvSpPr>
          <p:nvPr>
            <p:ph type="body" idx="116"/>
          </p:nvPr>
        </p:nvSpPr>
        <p:spPr/>
        <p:txBody>
          <a:bodyPr/>
          <a:lstStyle/>
          <a:p>
            <a:r>
              <a:t>Open IQM; query T1/T2, fidelities, coupling map</a:t>
            </a:r>
          </a:p>
        </p:txBody>
      </p:sp>
      <p:sp>
        <p:nvSpPr>
          <p:cNvPr id="12" name="Text Placeholder 11"/>
          <p:cNvSpPr>
            <a:spLocks noGrp="1"/>
          </p:cNvSpPr>
          <p:nvPr>
            <p:ph type="body" idx="119"/>
          </p:nvPr>
        </p:nvSpPr>
        <p:spPr/>
        <p:txBody>
          <a:bodyPr/>
          <a:lstStyle/>
          <a:p>
            <a:r>
              <a:t>4</a:t>
            </a:r>
          </a:p>
        </p:txBody>
      </p:sp>
      <p:sp>
        <p:nvSpPr>
          <p:cNvPr id="13" name="Text Placeholder 12"/>
          <p:cNvSpPr>
            <a:spLocks noGrp="1"/>
          </p:cNvSpPr>
          <p:nvPr>
            <p:ph type="body" idx="120"/>
          </p:nvPr>
        </p:nvSpPr>
        <p:spPr/>
        <p:txBody>
          <a:bodyPr/>
          <a:lstStyle/>
          <a:p>
            <a:r>
              <a:t>Native job</a:t>
            </a:r>
          </a:p>
        </p:txBody>
      </p:sp>
      <p:sp>
        <p:nvSpPr>
          <p:cNvPr id="14" name="Text Placeholder 13"/>
          <p:cNvSpPr>
            <a:spLocks noGrp="1"/>
          </p:cNvSpPr>
          <p:nvPr>
            <p:ph type="body" idx="121"/>
          </p:nvPr>
        </p:nvSpPr>
        <p:spPr/>
        <p:txBody>
          <a:bodyPr/>
          <a:lstStyle/>
          <a:p>
            <a:r>
              <a:t>IQM JSON: prx + cz on a coupled qubit pair</a:t>
            </a:r>
          </a:p>
        </p:txBody>
      </p:sp>
      <p:sp>
        <p:nvSpPr>
          <p:cNvPr id="15" name="Text Placeholder 14"/>
          <p:cNvSpPr>
            <a:spLocks noGrp="1"/>
          </p:cNvSpPr>
          <p:nvPr>
            <p:ph type="body" idx="123"/>
          </p:nvPr>
        </p:nvSpPr>
        <p:spPr/>
        <p:txBody>
          <a:bodyPr/>
          <a:lstStyle/>
          <a:p>
            <a:r>
              <a:t>5</a:t>
            </a:r>
          </a:p>
        </p:txBody>
      </p:sp>
      <p:sp>
        <p:nvSpPr>
          <p:cNvPr id="16" name="Text Placeholder 15"/>
          <p:cNvSpPr>
            <a:spLocks noGrp="1"/>
          </p:cNvSpPr>
          <p:nvPr>
            <p:ph type="body" idx="124"/>
          </p:nvPr>
        </p:nvSpPr>
        <p:spPr/>
        <p:txBody>
          <a:bodyPr/>
          <a:lstStyle/>
          <a:p>
            <a:r>
              <a:t>Latency loop</a:t>
            </a:r>
          </a:p>
        </p:txBody>
      </p:sp>
      <p:sp>
        <p:nvSpPr>
          <p:cNvPr id="17" name="Text Placeholder 16"/>
          <p:cNvSpPr>
            <a:spLocks noGrp="1"/>
          </p:cNvSpPr>
          <p:nvPr>
            <p:ph type="body" idx="125"/>
          </p:nvPr>
        </p:nvSpPr>
        <p:spPr/>
        <p:txBody>
          <a:bodyPr/>
          <a:lstStyle/>
          <a:p>
            <a:r>
              <a:t>Time the classical ↔ quantum round trip</a:t>
            </a:r>
          </a:p>
        </p:txBody>
      </p:sp>
      <p:sp>
        <p:nvSpPr>
          <p:cNvPr id="18" name="Text Placeholder 17"/>
          <p:cNvSpPr>
            <a:spLocks noGrp="1"/>
          </p:cNvSpPr>
          <p:nvPr>
            <p:ph type="body" idx="128"/>
          </p:nvPr>
        </p:nvSpPr>
        <p:spPr/>
        <p:txBody>
          <a:bodyPr/>
          <a:lstStyle/>
          <a:p>
            <a:r>
              <a:t>Write down your round-trip time: we come back to it in block 6</a:t>
            </a:r>
          </a:p>
        </p:txBody>
      </p:sp>
      <p:sp>
        <p:nvSpPr>
          <p:cNvPr id="31"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Lab 1, step 6: under Slurm</a:t>
            </a:r>
          </a:p>
        </p:txBody>
      </p:sp>
      <p:sp>
        <p:nvSpPr>
          <p:cNvPr id="3" name="Text Placeholder 2"/>
          <p:cNvSpPr>
            <a:spLocks noGrp="1"/>
          </p:cNvSpPr>
          <p:nvPr>
            <p:ph type="body" idx="103"/>
          </p:nvPr>
        </p:nvSpPr>
        <p:spPr/>
        <p:txBody>
          <a:bodyPr/>
          <a:lstStyle/>
          <a:p>
            <a:r>
              <a:t>Playground: mqt.readthedocs.io/projects/core · needs Docker with 4 CPUs, 12 GiB RAM</a:t>
            </a:r>
          </a:p>
        </p:txBody>
      </p:sp>
      <p:sp>
        <p:nvSpPr>
          <p:cNvPr id="4" name="TextBox 3"/>
          <p:cNvSpPr txBox="1"/>
          <p:nvPr/>
        </p:nvSpPr>
        <p:spPr>
          <a:xfrm>
            <a:off x="630936" y="1737360"/>
            <a:ext cx="5120640" cy="4023360"/>
          </a:xfrm>
          <a:prstGeom prst="rect">
            <a:avLst/>
          </a:prstGeom>
          <a:noFill/>
        </p:spPr>
        <p:txBody>
          <a:bodyPr wrap="square" anchor="t" lIns="0" rIns="0">
            <a:spAutoFit/>
          </a:bodyPr>
          <a:lstStyle/>
          <a:p>
            <a:pPr algn="l">
              <a:spcAft>
                <a:spcPts val="1200"/>
              </a:spcAft>
            </a:pPr>
            <a:r>
              <a:rPr b="1" sz="1600">
                <a:solidFill>
                  <a:srgbClr val="060E1D"/>
                </a:solidFill>
              </a:rPr>
              <a:t>start_playground.sh</a:t>
            </a:r>
            <a:r>
              <a:rPr sz="1600">
                <a:solidFill>
                  <a:srgbClr val="060E1D"/>
                </a:solidFill>
              </a:rPr>
              <a:t> builds a mini HPC centre in Docker from the MQT Core Slurm playground:</a:t>
            </a:r>
          </a:p>
          <a:p>
            <a:pPr algn="l">
              <a:spcAft>
                <a:spcPts val="1200"/>
              </a:spcAft>
            </a:pPr>
            <a:r>
              <a:rPr sz="1600">
                <a:solidFill>
                  <a:srgbClr val="060E1D"/>
                </a:solidFill>
              </a:rPr>
              <a:t>login · controller · 2 compute nodes · 2 quantum access nodes · slurmdbd + MariaDB</a:t>
            </a:r>
          </a:p>
          <a:p>
            <a:pPr algn="l">
              <a:spcAft>
                <a:spcPts val="1200"/>
              </a:spcAft>
            </a:pPr>
            <a:r>
              <a:rPr sz="1600">
                <a:solidFill>
                  <a:srgbClr val="060E1D"/>
                </a:solidFill>
              </a:rPr>
              <a:t>QDMI devices are </a:t>
            </a:r>
            <a:r>
              <a:rPr b="1" sz="1600">
                <a:solidFill>
                  <a:srgbClr val="060E1D"/>
                </a:solidFill>
              </a:rPr>
              <a:t>Slurm licences</a:t>
            </a:r>
            <a:r>
              <a:rPr sz="1600">
                <a:solidFill>
                  <a:srgbClr val="060E1D"/>
                </a:solidFill>
              </a:rPr>
              <a:t> named after the device ID; a monitor holds jobs while a device is down.</a:t>
            </a:r>
          </a:p>
          <a:p>
            <a:pPr algn="l">
              <a:spcAft>
                <a:spcPts val="1200"/>
              </a:spcAft>
            </a:pPr>
            <a:r>
              <a:rPr sz="1600">
                <a:solidFill>
                  <a:srgbClr val="060E1D"/>
                </a:solidFill>
              </a:rPr>
              <a:t>Only the launch method changes: </a:t>
            </a:r>
            <a:r>
              <a:rPr b="1" sz="1600">
                <a:solidFill>
                  <a:srgbClr val="060E1D"/>
                </a:solidFill>
              </a:rPr>
              <a:t>qdmi_demo.py</a:t>
            </a:r>
            <a:r>
              <a:rPr sz="1600">
                <a:solidFill>
                  <a:srgbClr val="060E1D"/>
                </a:solidFill>
              </a:rPr>
              <a:t> is the file you ran on your laptop.</a:t>
            </a:r>
          </a:p>
        </p:txBody>
      </p:sp>
      <p:sp>
        <p:nvSpPr>
          <p:cNvPr id="5" name="Rounded Rectangle 4"/>
          <p:cNvSpPr/>
          <p:nvPr/>
        </p:nvSpPr>
        <p:spPr>
          <a:xfrm>
            <a:off x="6035040" y="1737360"/>
            <a:ext cx="5522976" cy="4023360"/>
          </a:xfrm>
          <a:prstGeom prst="roundRect">
            <a:avLst>
              <a:gd name="adj" fmla="val 6000"/>
            </a:avLst>
          </a:prstGeom>
          <a:solidFill>
            <a:srgbClr val="060E1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l"/>
            <a:r>
              <a:rPr sz="1200">
                <a:solidFill>
                  <a:srgbClr val="DDEBE9"/>
                </a:solidFill>
                <a:latin typeface="Consolas"/>
              </a:rPr>
              <a:t>$ sinfo; scontrol show licenses</a:t>
            </a:r>
          </a:p>
          <a:p>
            <a:pPr algn="l"/>
            <a:r>
              <a:rPr sz="1200">
                <a:solidFill>
                  <a:srgbClr val="DDEBE9"/>
                </a:solidFill>
                <a:latin typeface="Consolas"/>
              </a:rPr>
              <a:t>$ export RESONANCE_API_KEY=...</a:t>
            </a:r>
          </a:p>
          <a:p>
            <a:pPr algn="l"/>
            <a:r>
              <a:rPr sz="1200">
                <a:solidFill>
                  <a:srgbClr val="DDEBE9"/>
                </a:solidFill>
                <a:latin typeface="Consolas"/>
              </a:rPr>
              <a:t>$ cd /jobs</a:t>
            </a:r>
          </a:p>
          <a:p>
            <a:pPr algn="l"/>
            <a:r>
              <a:rPr sz="1200">
                <a:solidFill>
                  <a:srgbClr val="DDEBE9"/>
                </a:solidFill>
                <a:latin typeface="Consolas"/>
              </a:rPr>
              <a:t> </a:t>
            </a:r>
          </a:p>
          <a:p>
            <a:pPr algn="l"/>
            <a:r>
              <a:rPr sz="1200">
                <a:solidFill>
                  <a:srgbClr val="7FA3A0"/>
                </a:solidFill>
                <a:latin typeface="Consolas"/>
              </a:rPr>
              <a:t># quantum stage on a QAN</a:t>
            </a:r>
          </a:p>
          <a:p>
            <a:pPr algn="l"/>
            <a:r>
              <a:rPr sz="1200">
                <a:solidFill>
                  <a:srgbClr val="DDEBE9"/>
                </a:solidFill>
                <a:latin typeface="Consolas"/>
              </a:rPr>
              <a:t>$ QID=$(sbatch --parsable \</a:t>
            </a:r>
          </a:p>
          <a:p>
            <a:pPr algn="l"/>
            <a:r>
              <a:rPr sz="1200">
                <a:solidFill>
                  <a:srgbClr val="DDEBE9"/>
                </a:solidFill>
                <a:latin typeface="Consolas"/>
              </a:rPr>
              <a:t>    --licenses=iqm.&lt;qpu&gt;.mock bell.sbatch)</a:t>
            </a:r>
          </a:p>
          <a:p>
            <a:pPr algn="l"/>
            <a:r>
              <a:rPr sz="1200">
                <a:solidFill>
                  <a:srgbClr val="DDEBE9"/>
                </a:solidFill>
                <a:latin typeface="Consolas"/>
              </a:rPr>
              <a:t> </a:t>
            </a:r>
          </a:p>
          <a:p>
            <a:pPr algn="l"/>
            <a:r>
              <a:rPr sz="1200">
                <a:solidFill>
                  <a:srgbClr val="7FA3A0"/>
                </a:solidFill>
                <a:latin typeface="Consolas"/>
              </a:rPr>
              <a:t># classical stage, no licence</a:t>
            </a:r>
          </a:p>
          <a:p>
            <a:pPr algn="l"/>
            <a:r>
              <a:rPr sz="1200">
                <a:solidFill>
                  <a:srgbClr val="DDEBE9"/>
                </a:solidFill>
                <a:latin typeface="Consolas"/>
              </a:rPr>
              <a:t>$ sbatch --dependency=afterok:$QID \</a:t>
            </a:r>
          </a:p>
          <a:p>
            <a:pPr algn="l"/>
            <a:r>
              <a:rPr sz="1200">
                <a:solidFill>
                  <a:srgbClr val="DDEBE9"/>
                </a:solidFill>
                <a:latin typeface="Consolas"/>
              </a:rPr>
              <a:t>    --export=ALL,BELL_JOB=$QID analyze.sbatch</a:t>
            </a:r>
          </a:p>
          <a:p>
            <a:pPr algn="l"/>
            <a:r>
              <a:rPr sz="1200">
                <a:solidFill>
                  <a:srgbClr val="DDEBE9"/>
                </a:solidFill>
                <a:latin typeface="Consolas"/>
              </a:rPr>
              <a:t> </a:t>
            </a:r>
          </a:p>
          <a:p>
            <a:pPr algn="l"/>
            <a:r>
              <a:rPr sz="1200">
                <a:solidFill>
                  <a:srgbClr val="DDEBE9"/>
                </a:solidFill>
                <a:latin typeface="Consolas"/>
              </a:rPr>
              <a:t>$ sacct -X --format=JobID,Partition,State</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04</a:t>
            </a:r>
          </a:p>
        </p:txBody>
      </p:sp>
      <p:sp>
        <p:nvSpPr>
          <p:cNvPr id="3" name="Title 2"/>
          <p:cNvSpPr>
            <a:spLocks noGrp="1"/>
          </p:cNvSpPr>
          <p:nvPr>
            <p:ph type="title" idx="101"/>
          </p:nvPr>
        </p:nvSpPr>
        <p:spPr/>
        <p:txBody>
          <a:bodyPr/>
          <a:lstStyle/>
          <a:p>
            <a:r>
              <a:t>Hybrid algorithms: Resonance, then QDMI</a:t>
            </a:r>
          </a:p>
        </p:txBody>
      </p:sp>
      <p:sp>
        <p:nvSpPr>
          <p:cNvPr id="4" name="TextBox 3"/>
          <p:cNvSpPr txBox="1"/>
          <p:nvPr/>
        </p:nvSpPr>
        <p:spPr>
          <a:xfrm>
            <a:off x="630936" y="4937760"/>
            <a:ext cx="6766560" cy="822960"/>
          </a:xfrm>
          <a:prstGeom prst="rect">
            <a:avLst/>
          </a:prstGeom>
          <a:noFill/>
        </p:spPr>
        <p:txBody>
          <a:bodyPr wrap="square" anchor="t" lIns="0" rIns="0">
            <a:spAutoFit/>
          </a:bodyPr>
          <a:lstStyle/>
          <a:p>
            <a:pPr algn="l">
              <a:spcAft>
                <a:spcPts val="400"/>
              </a:spcAft>
            </a:pPr>
            <a:r>
              <a:rPr b="1" sz="1600">
                <a:solidFill>
                  <a:srgbClr val="C9CED6"/>
                </a:solidFill>
              </a:rPr>
              <a:t>Block 4 · 30 min</a:t>
            </a:r>
          </a:p>
          <a:p>
            <a:pPr algn="l">
              <a:spcAft>
                <a:spcPts val="400"/>
              </a:spcAft>
            </a:pPr>
            <a:r>
              <a:rPr sz="1600">
                <a:solidFill>
                  <a:srgbClr val="C9CED6"/>
                </a:solidFill>
              </a:rPr>
              <a:t>8 minutes on the variational loop and Qrisp, then Lab 2: simulator → mock → real QPU → QDMI.</a:t>
            </a:r>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FFFFFF"/>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Every variational algorithm is one loop</a:t>
            </a:r>
          </a:p>
        </p:txBody>
      </p:sp>
      <p:sp>
        <p:nvSpPr>
          <p:cNvPr id="4" name="Rounded Rectangle 3"/>
          <p:cNvSpPr/>
          <p:nvPr/>
        </p:nvSpPr>
        <p:spPr>
          <a:xfrm>
            <a:off x="630936" y="1783080"/>
            <a:ext cx="4480560" cy="1463040"/>
          </a:xfrm>
          <a:prstGeom prst="roundRect">
            <a:avLst>
              <a:gd name="adj" fmla="val 12000"/>
            </a:avLst>
          </a:prstGeom>
          <a:solidFill>
            <a:srgbClr val="FCE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73152" bIns="73152"/>
          <a:lstStyle/>
          <a:p>
            <a:pPr algn="l"/>
            <a:r>
              <a:rPr b="1" sz="2000">
                <a:solidFill>
                  <a:srgbClr val="C2501F"/>
                </a:solidFill>
              </a:rPr>
              <a:t>Classical node</a:t>
            </a:r>
          </a:p>
          <a:p>
            <a:pPr algn="l"/>
            <a:r>
              <a:rPr sz="1500">
                <a:solidFill>
                  <a:srgbClr val="060E1D"/>
                </a:solidFill>
              </a:rPr>
              <a:t>optimiser proposes θ, combines measurements into E(θ)</a:t>
            </a:r>
          </a:p>
        </p:txBody>
      </p:sp>
      <p:sp>
        <p:nvSpPr>
          <p:cNvPr id="5" name="TextBox 4"/>
          <p:cNvSpPr txBox="1"/>
          <p:nvPr/>
        </p:nvSpPr>
        <p:spPr>
          <a:xfrm>
            <a:off x="5303520" y="1783080"/>
            <a:ext cx="1600200" cy="320040"/>
          </a:xfrm>
          <a:prstGeom prst="rect">
            <a:avLst/>
          </a:prstGeom>
          <a:noFill/>
        </p:spPr>
        <p:txBody>
          <a:bodyPr wrap="square" anchor="t" lIns="0" rIns="0">
            <a:spAutoFit/>
          </a:bodyPr>
          <a:lstStyle/>
          <a:p>
            <a:pPr algn="ctr">
              <a:spcAft>
                <a:spcPts val="600"/>
              </a:spcAft>
            </a:pPr>
            <a:r>
              <a:rPr sz="1300">
                <a:solidFill>
                  <a:srgbClr val="5B6472"/>
                </a:solidFill>
              </a:rPr>
              <a:t>circuits(θ)</a:t>
            </a:r>
          </a:p>
        </p:txBody>
      </p:sp>
      <p:sp>
        <p:nvSpPr>
          <p:cNvPr id="6" name="Right Arrow 5"/>
          <p:cNvSpPr/>
          <p:nvPr/>
        </p:nvSpPr>
        <p:spPr>
          <a:xfrm>
            <a:off x="5806440" y="2103120"/>
            <a:ext cx="594360" cy="274320"/>
          </a:xfrm>
          <a:prstGeom prst="rightArrow">
            <a:avLst/>
          </a:prstGeom>
          <a:solidFill>
            <a:srgbClr val="2B7F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ft Arrow 6"/>
          <p:cNvSpPr/>
          <p:nvPr/>
        </p:nvSpPr>
        <p:spPr>
          <a:xfrm>
            <a:off x="5806440" y="2560320"/>
            <a:ext cx="594360" cy="274320"/>
          </a:xfrm>
          <a:prstGeom prst="leftArrow">
            <a:avLst/>
          </a:prstGeom>
          <a:solidFill>
            <a:srgbClr val="C250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0" y="2880360"/>
            <a:ext cx="1600200" cy="320040"/>
          </a:xfrm>
          <a:prstGeom prst="rect">
            <a:avLst/>
          </a:prstGeom>
          <a:noFill/>
        </p:spPr>
        <p:txBody>
          <a:bodyPr wrap="square" anchor="t" lIns="0" rIns="0">
            <a:spAutoFit/>
          </a:bodyPr>
          <a:lstStyle/>
          <a:p>
            <a:pPr algn="ctr">
              <a:spcAft>
                <a:spcPts val="600"/>
              </a:spcAft>
            </a:pPr>
            <a:r>
              <a:rPr sz="1300">
                <a:solidFill>
                  <a:srgbClr val="5B6472"/>
                </a:solidFill>
              </a:rPr>
              <a:t>counts</a:t>
            </a:r>
          </a:p>
        </p:txBody>
      </p:sp>
      <p:sp>
        <p:nvSpPr>
          <p:cNvPr id="9" name="Rounded Rectangle 8"/>
          <p:cNvSpPr/>
          <p:nvPr/>
        </p:nvSpPr>
        <p:spPr>
          <a:xfrm>
            <a:off x="7086600" y="1783080"/>
            <a:ext cx="4471416" cy="1463040"/>
          </a:xfrm>
          <a:prstGeom prst="roundRect">
            <a:avLst>
              <a:gd name="adj" fmla="val 12000"/>
            </a:avLst>
          </a:prstGeom>
          <a:solidFill>
            <a:srgbClr val="E6F8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73152" bIns="73152"/>
          <a:lstStyle/>
          <a:p>
            <a:pPr algn="l"/>
            <a:r>
              <a:rPr b="1" sz="2000">
                <a:solidFill>
                  <a:srgbClr val="2B7F7B"/>
                </a:solidFill>
              </a:rPr>
              <a:t>Quantum node</a:t>
            </a:r>
          </a:p>
          <a:p>
            <a:pPr algn="l"/>
            <a:r>
              <a:rPr sz="1500">
                <a:solidFill>
                  <a:srgbClr val="060E1D"/>
                </a:solidFill>
              </a:rPr>
              <a:t>prepares the state, measures each Pauli group</a:t>
            </a:r>
          </a:p>
        </p:txBody>
      </p:sp>
      <p:sp>
        <p:nvSpPr>
          <p:cNvPr id="10" name="Rounded Rectangle 9"/>
          <p:cNvSpPr/>
          <p:nvPr/>
        </p:nvSpPr>
        <p:spPr>
          <a:xfrm>
            <a:off x="630936" y="3611880"/>
            <a:ext cx="3520440" cy="2011680"/>
          </a:xfrm>
          <a:prstGeom prst="roundRect">
            <a:avLst>
              <a:gd name="adj" fmla="val 12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3152" bIns="73152"/>
          <a:lstStyle/>
          <a:p>
            <a:pPr algn="l"/>
            <a:r>
              <a:rPr b="1" sz="1800">
                <a:solidFill>
                  <a:srgbClr val="2B7F7B"/>
                </a:solidFill>
              </a:rPr>
              <a:t>Cost of one run</a:t>
            </a:r>
          </a:p>
          <a:p>
            <a:pPr algn="l"/>
            <a:r>
              <a:rPr sz="1500">
                <a:solidFill>
                  <a:srgbClr val="060E1D"/>
                </a:solidFill>
              </a:rPr>
              <a:t>iterations × measurement groups × shots</a:t>
            </a:r>
          </a:p>
        </p:txBody>
      </p:sp>
      <p:sp>
        <p:nvSpPr>
          <p:cNvPr id="11" name="Rounded Rectangle 10"/>
          <p:cNvSpPr/>
          <p:nvPr/>
        </p:nvSpPr>
        <p:spPr>
          <a:xfrm>
            <a:off x="4334256" y="3611880"/>
            <a:ext cx="3520440" cy="2011680"/>
          </a:xfrm>
          <a:prstGeom prst="roundRect">
            <a:avLst>
              <a:gd name="adj" fmla="val 12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3152" bIns="73152"/>
          <a:lstStyle/>
          <a:p>
            <a:pPr algn="l"/>
            <a:r>
              <a:rPr b="1" sz="1800">
                <a:solidFill>
                  <a:srgbClr val="2B7F7B"/>
                </a:solidFill>
              </a:rPr>
              <a:t>Examples</a:t>
            </a:r>
          </a:p>
          <a:p>
            <a:pPr algn="l"/>
            <a:r>
              <a:rPr sz="1500">
                <a:solidFill>
                  <a:srgbClr val="060E1D"/>
                </a:solidFill>
              </a:rPr>
              <a:t>VQE for chemistry, QAOA for optimisation, the VQE inside QSCI</a:t>
            </a:r>
          </a:p>
        </p:txBody>
      </p:sp>
      <p:sp>
        <p:nvSpPr>
          <p:cNvPr id="12" name="Rounded Rectangle 11"/>
          <p:cNvSpPr/>
          <p:nvPr/>
        </p:nvSpPr>
        <p:spPr>
          <a:xfrm>
            <a:off x="8037575" y="3611880"/>
            <a:ext cx="3520440" cy="2011680"/>
          </a:xfrm>
          <a:prstGeom prst="roundRect">
            <a:avLst>
              <a:gd name="adj" fmla="val 12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3152" bIns="73152"/>
          <a:lstStyle/>
          <a:p>
            <a:pPr algn="l"/>
            <a:r>
              <a:rPr b="1" sz="1800">
                <a:solidFill>
                  <a:srgbClr val="C2501F"/>
                </a:solidFill>
              </a:rPr>
              <a:t>Systems view</a:t>
            </a:r>
          </a:p>
          <a:p>
            <a:pPr algn="l"/>
            <a:r>
              <a:rPr sz="1500">
                <a:solidFill>
                  <a:srgbClr val="060E1D"/>
                </a:solidFill>
              </a:rPr>
              <a:t>wall time ≈ iterations × (round trip + classical step)</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Qrisp: variables, not qubits</a:t>
            </a:r>
          </a:p>
        </p:txBody>
      </p:sp>
      <p:sp>
        <p:nvSpPr>
          <p:cNvPr id="3" name="Text Placeholder 2"/>
          <p:cNvSpPr>
            <a:spLocks noGrp="1"/>
          </p:cNvSpPr>
          <p:nvPr>
            <p:ph type="body" idx="103"/>
          </p:nvPr>
        </p:nvSpPr>
        <p:spPr/>
        <p:txBody>
          <a:bodyPr/>
          <a:lstStyle/>
          <a:p>
            <a:r>
              <a:t>Qrisp: qrisp.eu · Eclipse Foundation, open source</a:t>
            </a:r>
          </a:p>
        </p:txBody>
      </p:sp>
      <p:sp>
        <p:nvSpPr>
          <p:cNvPr id="4" name="Rounded Rectangle 3"/>
          <p:cNvSpPr/>
          <p:nvPr/>
        </p:nvSpPr>
        <p:spPr>
          <a:xfrm>
            <a:off x="630936" y="1737360"/>
            <a:ext cx="5029200" cy="1234440"/>
          </a:xfrm>
          <a:prstGeom prst="roundRect">
            <a:avLst>
              <a:gd name="adj" fmla="val 12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3152" bIns="73152"/>
          <a:lstStyle/>
          <a:p>
            <a:pPr algn="l"/>
            <a:r>
              <a:rPr b="1" sz="1800">
                <a:solidFill>
                  <a:srgbClr val="2B7F7B"/>
                </a:solidFill>
              </a:rPr>
              <a:t>Typed quantum data</a:t>
            </a:r>
          </a:p>
          <a:p>
            <a:pPr algn="l"/>
            <a:r>
              <a:rPr sz="1400">
                <a:solidFill>
                  <a:srgbClr val="060E1D"/>
                </a:solidFill>
              </a:rPr>
              <a:t>QuantumVariable, QuantumFloat, QuantumBool, QuantumArray with infix arithmetic</a:t>
            </a:r>
          </a:p>
        </p:txBody>
      </p:sp>
      <p:sp>
        <p:nvSpPr>
          <p:cNvPr id="5" name="Rounded Rectangle 4"/>
          <p:cNvSpPr/>
          <p:nvPr/>
        </p:nvSpPr>
        <p:spPr>
          <a:xfrm>
            <a:off x="630936" y="3108960"/>
            <a:ext cx="5029200" cy="1234440"/>
          </a:xfrm>
          <a:prstGeom prst="roundRect">
            <a:avLst>
              <a:gd name="adj" fmla="val 12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3152" bIns="73152"/>
          <a:lstStyle/>
          <a:p>
            <a:pPr algn="l"/>
            <a:r>
              <a:rPr b="1" sz="1800">
                <a:solidFill>
                  <a:srgbClr val="2B7F7B"/>
                </a:solidFill>
              </a:rPr>
              <a:t>Automatic uncomputation</a:t>
            </a:r>
          </a:p>
          <a:p>
            <a:pPr algn="l"/>
            <a:r>
              <a:rPr sz="1400">
                <a:solidFill>
                  <a:srgbClr val="060E1D"/>
                </a:solidFill>
              </a:rPr>
              <a:t>@auto_uncompute frees temporaries; the compiler recycles ancillae</a:t>
            </a:r>
          </a:p>
        </p:txBody>
      </p:sp>
      <p:sp>
        <p:nvSpPr>
          <p:cNvPr id="6" name="Rounded Rectangle 5"/>
          <p:cNvSpPr/>
          <p:nvPr/>
        </p:nvSpPr>
        <p:spPr>
          <a:xfrm>
            <a:off x="630936" y="4480560"/>
            <a:ext cx="5029200" cy="1234440"/>
          </a:xfrm>
          <a:prstGeom prst="roundRect">
            <a:avLst>
              <a:gd name="adj" fmla="val 12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3152" bIns="73152"/>
          <a:lstStyle/>
          <a:p>
            <a:pPr algn="l"/>
            <a:r>
              <a:rPr b="1" sz="1800">
                <a:solidFill>
                  <a:srgbClr val="2B7F7B"/>
                </a:solidFill>
              </a:rPr>
              <a:t>Compile anywhere</a:t>
            </a:r>
          </a:p>
          <a:p>
            <a:pPr algn="l"/>
            <a:r>
              <a:rPr sz="1400">
                <a:solidFill>
                  <a:srgbClr val="060E1D"/>
                </a:solidFill>
              </a:rPr>
              <a:t>Simulator, IQM backends, Qiskit export, and in Lab 2 any QDMI device</a:t>
            </a:r>
          </a:p>
        </p:txBody>
      </p:sp>
      <p:sp>
        <p:nvSpPr>
          <p:cNvPr id="7" name="Rounded Rectangle 6"/>
          <p:cNvSpPr/>
          <p:nvPr/>
        </p:nvSpPr>
        <p:spPr>
          <a:xfrm>
            <a:off x="5897880" y="1737360"/>
            <a:ext cx="5660136" cy="3977639"/>
          </a:xfrm>
          <a:prstGeom prst="roundRect">
            <a:avLst>
              <a:gd name="adj" fmla="val 6000"/>
            </a:avLst>
          </a:prstGeom>
          <a:solidFill>
            <a:srgbClr val="060E1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l"/>
            <a:r>
              <a:rPr sz="1300">
                <a:solidFill>
                  <a:srgbClr val="DDEBE9"/>
                </a:solidFill>
                <a:latin typeface="Consolas"/>
              </a:rPr>
              <a:t>from qrisp import *</a:t>
            </a:r>
          </a:p>
          <a:p>
            <a:pPr algn="l"/>
            <a:r>
              <a:rPr sz="1300">
                <a:solidFill>
                  <a:srgbClr val="DDEBE9"/>
                </a:solidFill>
                <a:latin typeface="Consolas"/>
              </a:rPr>
              <a:t>from qrisp.grover import diffuser</a:t>
            </a:r>
          </a:p>
          <a:p>
            <a:pPr algn="l"/>
            <a:r>
              <a:rPr sz="1300">
                <a:solidFill>
                  <a:srgbClr val="DDEBE9"/>
                </a:solidFill>
                <a:latin typeface="Consolas"/>
              </a:rPr>
              <a:t> </a:t>
            </a:r>
          </a:p>
          <a:p>
            <a:pPr algn="l"/>
            <a:r>
              <a:rPr sz="1300">
                <a:solidFill>
                  <a:srgbClr val="DDEBE9"/>
                </a:solidFill>
                <a:latin typeface="Consolas"/>
              </a:rPr>
              <a:t>@auto_uncompute</a:t>
            </a:r>
          </a:p>
          <a:p>
            <a:pPr algn="l"/>
            <a:r>
              <a:rPr sz="1300">
                <a:solidFill>
                  <a:srgbClr val="DDEBE9"/>
                </a:solidFill>
                <a:latin typeface="Consolas"/>
              </a:rPr>
              <a:t>def oracle(qf):</a:t>
            </a:r>
          </a:p>
          <a:p>
            <a:pPr algn="l"/>
            <a:r>
              <a:rPr sz="1300">
                <a:solidFill>
                  <a:srgbClr val="DDEBE9"/>
                </a:solidFill>
                <a:latin typeface="Consolas"/>
              </a:rPr>
              <a:t>    z(qf * qf == 0.25)</a:t>
            </a:r>
          </a:p>
          <a:p>
            <a:pPr algn="l"/>
            <a:r>
              <a:rPr sz="1300">
                <a:solidFill>
                  <a:srgbClr val="DDEBE9"/>
                </a:solidFill>
                <a:latin typeface="Consolas"/>
              </a:rPr>
              <a:t> </a:t>
            </a:r>
          </a:p>
          <a:p>
            <a:pPr algn="l"/>
            <a:r>
              <a:rPr sz="1300">
                <a:solidFill>
                  <a:srgbClr val="DDEBE9"/>
                </a:solidFill>
                <a:latin typeface="Consolas"/>
              </a:rPr>
              <a:t>qf = QuantumFloat(3, -1, signed=True)</a:t>
            </a:r>
          </a:p>
          <a:p>
            <a:pPr algn="l"/>
            <a:r>
              <a:rPr sz="1300">
                <a:solidFill>
                  <a:srgbClr val="DDEBE9"/>
                </a:solidFill>
                <a:latin typeface="Consolas"/>
              </a:rPr>
              <a:t>h(qf)</a:t>
            </a:r>
          </a:p>
          <a:p>
            <a:pPr algn="l"/>
            <a:r>
              <a:rPr sz="1300">
                <a:solidFill>
                  <a:srgbClr val="DDEBE9"/>
                </a:solidFill>
                <a:latin typeface="Consolas"/>
              </a:rPr>
              <a:t>for _ in range(2):</a:t>
            </a:r>
          </a:p>
          <a:p>
            <a:pPr algn="l"/>
            <a:r>
              <a:rPr sz="1300">
                <a:solidFill>
                  <a:srgbClr val="DDEBE9"/>
                </a:solidFill>
                <a:latin typeface="Consolas"/>
              </a:rPr>
              <a:t>    oracle(qf); diffuser(qf)</a:t>
            </a:r>
          </a:p>
          <a:p>
            <a:pPr algn="l"/>
            <a:r>
              <a:rPr sz="1300">
                <a:solidFill>
                  <a:srgbClr val="DDEBE9"/>
                </a:solidFill>
                <a:latin typeface="Consolas"/>
              </a:rPr>
              <a:t>print(qf)  # {0.5: 0.47, -0.5: 0.47, ...}</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Lab 2: Qrisp on IQM</a:t>
            </a:r>
          </a:p>
        </p:txBody>
      </p:sp>
      <p:sp>
        <p:nvSpPr>
          <p:cNvPr id="3" name="Text Placeholder 2"/>
          <p:cNvSpPr>
            <a:spLocks noGrp="1"/>
          </p:cNvSpPr>
          <p:nvPr>
            <p:ph type="body" idx="104"/>
          </p:nvPr>
        </p:nvSpPr>
        <p:spPr/>
        <p:txBody>
          <a:bodyPr/>
          <a:lstStyle/>
          <a:p>
            <a:r>
              <a:t>1</a:t>
            </a:r>
          </a:p>
        </p:txBody>
      </p:sp>
      <p:sp>
        <p:nvSpPr>
          <p:cNvPr id="4" name="Text Placeholder 3"/>
          <p:cNvSpPr>
            <a:spLocks noGrp="1"/>
          </p:cNvSpPr>
          <p:nvPr>
            <p:ph type="body" idx="105"/>
          </p:nvPr>
        </p:nvSpPr>
        <p:spPr/>
        <p:txBody>
          <a:bodyPr/>
          <a:lstStyle/>
          <a:p>
            <a:r>
              <a:t>Simulator → mock</a:t>
            </a:r>
          </a:p>
        </p:txBody>
      </p:sp>
      <p:sp>
        <p:nvSpPr>
          <p:cNvPr id="5" name="Text Placeholder 4"/>
          <p:cNvSpPr>
            <a:spLocks noGrp="1"/>
          </p:cNvSpPr>
          <p:nvPr>
            <p:ph type="body" idx="106"/>
          </p:nvPr>
        </p:nvSpPr>
        <p:spPr/>
        <p:txBody>
          <a:bodyPr/>
          <a:lstStyle/>
          <a:p>
            <a:r>
              <a:t>QuantumFloat arithmetic and GHZ, then the same calls on garnet:mock</a:t>
            </a:r>
          </a:p>
        </p:txBody>
      </p:sp>
      <p:sp>
        <p:nvSpPr>
          <p:cNvPr id="6" name="Text Placeholder 5"/>
          <p:cNvSpPr>
            <a:spLocks noGrp="1"/>
          </p:cNvSpPr>
          <p:nvPr>
            <p:ph type="body" idx="109"/>
          </p:nvPr>
        </p:nvSpPr>
        <p:spPr/>
        <p:txBody>
          <a:bodyPr/>
          <a:lstStyle/>
          <a:p>
            <a:r>
              <a:t>2</a:t>
            </a:r>
          </a:p>
        </p:txBody>
      </p:sp>
      <p:sp>
        <p:nvSpPr>
          <p:cNvPr id="7" name="Text Placeholder 6"/>
          <p:cNvSpPr>
            <a:spLocks noGrp="1"/>
          </p:cNvSpPr>
          <p:nvPr>
            <p:ph type="body" idx="110"/>
          </p:nvPr>
        </p:nvSpPr>
        <p:spPr/>
        <p:txBody>
          <a:bodyPr/>
          <a:lstStyle/>
          <a:p>
            <a:r>
              <a:t>Real QPU</a:t>
            </a:r>
          </a:p>
        </p:txBody>
      </p:sp>
      <p:sp>
        <p:nvSpPr>
          <p:cNvPr id="8" name="Text Placeholder 7"/>
          <p:cNvSpPr>
            <a:spLocks noGrp="1"/>
          </p:cNvSpPr>
          <p:nvPr>
            <p:ph type="body" idx="111"/>
          </p:nvPr>
        </p:nvSpPr>
        <p:spPr/>
        <p:txBody>
          <a:bodyPr/>
          <a:lstStyle/>
          <a:p>
            <a:r>
              <a:t>Flip RUN_ON_HARDWARE and compare with the mock</a:t>
            </a:r>
          </a:p>
        </p:txBody>
      </p:sp>
      <p:sp>
        <p:nvSpPr>
          <p:cNvPr id="9" name="Text Placeholder 8"/>
          <p:cNvSpPr>
            <a:spLocks noGrp="1"/>
          </p:cNvSpPr>
          <p:nvPr>
            <p:ph type="body" idx="114"/>
          </p:nvPr>
        </p:nvSpPr>
        <p:spPr/>
        <p:txBody>
          <a:bodyPr/>
          <a:lstStyle/>
          <a:p>
            <a:r>
              <a:t>3</a:t>
            </a:r>
          </a:p>
        </p:txBody>
      </p:sp>
      <p:sp>
        <p:nvSpPr>
          <p:cNvPr id="10" name="Text Placeholder 9"/>
          <p:cNvSpPr>
            <a:spLocks noGrp="1"/>
          </p:cNvSpPr>
          <p:nvPr>
            <p:ph type="body" idx="115"/>
          </p:nvPr>
        </p:nvSpPr>
        <p:spPr/>
        <p:txBody>
          <a:bodyPr/>
          <a:lstStyle/>
          <a:p>
            <a:r>
              <a:t>Grover + QAOA</a:t>
            </a:r>
          </a:p>
        </p:txBody>
      </p:sp>
      <p:sp>
        <p:nvSpPr>
          <p:cNvPr id="11" name="Text Placeholder 10"/>
          <p:cNvSpPr>
            <a:spLocks noGrp="1"/>
          </p:cNvSpPr>
          <p:nvPr>
            <p:ph type="body" idx="116"/>
          </p:nvPr>
        </p:nvSpPr>
        <p:spPr/>
        <p:txBody>
          <a:bodyPr/>
          <a:lstStyle/>
          <a:p>
            <a:r>
              <a:t>x² = 0.25, then a MaxCut loop on simulator and mock</a:t>
            </a:r>
          </a:p>
        </p:txBody>
      </p:sp>
      <p:sp>
        <p:nvSpPr>
          <p:cNvPr id="12" name="Text Placeholder 11"/>
          <p:cNvSpPr>
            <a:spLocks noGrp="1"/>
          </p:cNvSpPr>
          <p:nvPr>
            <p:ph type="body" idx="119"/>
          </p:nvPr>
        </p:nvSpPr>
        <p:spPr/>
        <p:txBody>
          <a:bodyPr/>
          <a:lstStyle/>
          <a:p>
            <a:r>
              <a:t>4</a:t>
            </a:r>
          </a:p>
        </p:txBody>
      </p:sp>
      <p:sp>
        <p:nvSpPr>
          <p:cNvPr id="13" name="Text Placeholder 12"/>
          <p:cNvSpPr>
            <a:spLocks noGrp="1"/>
          </p:cNvSpPr>
          <p:nvPr>
            <p:ph type="body" idx="120"/>
          </p:nvPr>
        </p:nvSpPr>
        <p:spPr/>
        <p:txBody>
          <a:bodyPr/>
          <a:lstStyle/>
          <a:p>
            <a:r>
              <a:t>Through QDMI</a:t>
            </a:r>
          </a:p>
        </p:txBody>
      </p:sp>
      <p:sp>
        <p:nvSpPr>
          <p:cNvPr id="14" name="Text Placeholder 13"/>
          <p:cNvSpPr>
            <a:spLocks noGrp="1"/>
          </p:cNvSpPr>
          <p:nvPr>
            <p:ph type="body" idx="121"/>
          </p:nvPr>
        </p:nvSpPr>
        <p:spPr/>
        <p:txBody>
          <a:bodyPr/>
          <a:lstStyle/>
          <a:p>
            <a:r>
              <a:t>VirtualBackend wraps QDMIBackend: any QDMI device</a:t>
            </a:r>
          </a:p>
        </p:txBody>
      </p:sp>
      <p:sp>
        <p:nvSpPr>
          <p:cNvPr id="15" name="Text Placeholder 14"/>
          <p:cNvSpPr>
            <a:spLocks noGrp="1"/>
          </p:cNvSpPr>
          <p:nvPr>
            <p:ph type="body" idx="122"/>
          </p:nvPr>
        </p:nvSpPr>
        <p:spPr/>
        <p:txBody>
          <a:bodyPr/>
          <a:lstStyle/>
          <a:p>
            <a:r>
              <a:t>Intro_to_Qrisp_on_IQM.ipynb · based on IQM Academy, Get started with Qrisp on IQM</a:t>
            </a:r>
          </a:p>
        </p:txBody>
      </p:sp>
      <p:sp>
        <p:nvSpPr>
          <p:cNvPr id="28"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IQM tools for hybrid algorithms</a:t>
            </a:r>
          </a:p>
        </p:txBody>
      </p:sp>
      <p:sp>
        <p:nvSpPr>
          <p:cNvPr id="3" name="Text Placeholder 2"/>
          <p:cNvSpPr>
            <a:spLocks noGrp="1"/>
          </p:cNvSpPr>
          <p:nvPr>
            <p:ph type="body" idx="104"/>
          </p:nvPr>
        </p:nvSpPr>
        <p:spPr/>
        <p:txBody>
          <a:bodyPr/>
          <a:lstStyle/>
          <a:p>
            <a:r>
              <a:t>IQM QAOA library</a:t>
            </a:r>
          </a:p>
        </p:txBody>
      </p:sp>
      <p:sp>
        <p:nvSpPr>
          <p:cNvPr id="4" name="Text Placeholder 3"/>
          <p:cNvSpPr>
            <a:spLocks noGrp="1"/>
          </p:cNvSpPr>
          <p:nvPr>
            <p:ph type="body" idx="105"/>
          </p:nvPr>
        </p:nvSpPr>
        <p:spPr/>
        <p:txBody>
          <a:bodyPr/>
          <a:lstStyle/>
          <a:p>
            <a:r>
              <a:t>Open source; from problem definition to hardware, with transpilation tuned for IQM topologies.</a:t>
            </a:r>
          </a:p>
        </p:txBody>
      </p:sp>
      <p:sp>
        <p:nvSpPr>
          <p:cNvPr id="5" name="Text Placeholder 4"/>
          <p:cNvSpPr>
            <a:spLocks noGrp="1"/>
          </p:cNvSpPr>
          <p:nvPr>
            <p:ph type="body" idx="109"/>
          </p:nvPr>
        </p:nvSpPr>
        <p:spPr/>
        <p:txBody>
          <a:bodyPr/>
          <a:lstStyle/>
          <a:p>
            <a:r>
              <a:t>Error reduction</a:t>
            </a:r>
          </a:p>
        </p:txBody>
      </p:sp>
      <p:sp>
        <p:nvSpPr>
          <p:cNvPr id="6" name="Text Placeholder 5"/>
          <p:cNvSpPr>
            <a:spLocks noGrp="1"/>
          </p:cNvSpPr>
          <p:nvPr>
            <p:ph type="body" idx="110"/>
          </p:nvPr>
        </p:nvSpPr>
        <p:spPr/>
        <p:txBody>
          <a:bodyPr/>
          <a:lstStyle/>
          <a:p>
            <a:r>
              <a:t>Noise reduction at pulse and measurement level; most runs automatically on IQM hardware.</a:t>
            </a:r>
          </a:p>
        </p:txBody>
      </p:sp>
      <p:sp>
        <p:nvSpPr>
          <p:cNvPr id="7" name="Text Placeholder 6"/>
          <p:cNvSpPr>
            <a:spLocks noGrp="1"/>
          </p:cNvSpPr>
          <p:nvPr>
            <p:ph type="body" idx="114"/>
          </p:nvPr>
        </p:nvSpPr>
        <p:spPr/>
        <p:txBody>
          <a:bodyPr/>
          <a:lstStyle/>
          <a:p>
            <a:r>
              <a:t>Pulse-level access</a:t>
            </a:r>
          </a:p>
        </p:txBody>
      </p:sp>
      <p:sp>
        <p:nvSpPr>
          <p:cNvPr id="8" name="Text Placeholder 7"/>
          <p:cNvSpPr>
            <a:spLocks noGrp="1"/>
          </p:cNvSpPr>
          <p:nvPr>
            <p:ph type="body" idx="115"/>
          </p:nvPr>
        </p:nvSpPr>
        <p:spPr/>
        <p:txBody>
          <a:bodyPr/>
          <a:lstStyle/>
          <a:p>
            <a:r>
              <a:t>Tune gates and pulse shapes, suppress noise, reproduce low-level experiments exactly.</a:t>
            </a:r>
          </a:p>
        </p:txBody>
      </p:sp>
      <p:sp>
        <p:nvSpPr>
          <p:cNvPr id="9" name="Text Placeholder 8"/>
          <p:cNvSpPr>
            <a:spLocks noGrp="1"/>
          </p:cNvSpPr>
          <p:nvPr>
            <p:ph type="body" idx="119"/>
          </p:nvPr>
        </p:nvSpPr>
        <p:spPr/>
        <p:txBody>
          <a:bodyPr/>
          <a:lstStyle/>
          <a:p>
            <a:r>
              <a:t>IQM Academy</a:t>
            </a:r>
          </a:p>
        </p:txBody>
      </p:sp>
      <p:sp>
        <p:nvSpPr>
          <p:cNvPr id="10" name="Text Placeholder 9"/>
          <p:cNvSpPr>
            <a:spLocks noGrp="1"/>
          </p:cNvSpPr>
          <p:nvPr>
            <p:ph type="body" idx="120"/>
          </p:nvPr>
        </p:nvSpPr>
        <p:spPr/>
        <p:txBody>
          <a:bodyPr/>
          <a:lstStyle/>
          <a:p>
            <a:r>
              <a:t>Free curriculum: Qrisp modules, error reduction, a QEC memory experiment on IQM hardware.</a:t>
            </a:r>
          </a:p>
        </p:txBody>
      </p:sp>
      <p:sp>
        <p:nvSpPr>
          <p:cNvPr id="11" name="Text Placeholder 10"/>
          <p:cNvSpPr>
            <a:spLocks noGrp="1"/>
          </p:cNvSpPr>
          <p:nvPr>
            <p:ph type="body" idx="123"/>
          </p:nvPr>
        </p:nvSpPr>
        <p:spPr/>
        <p:txBody>
          <a:bodyPr/>
          <a:lstStyle/>
          <a:p>
            <a:r>
              <a:t>docs.meetiqm.com/iqm-qaoa · iqmacademy.com</a:t>
            </a:r>
          </a:p>
        </p:txBody>
      </p:sp>
      <p:sp>
        <p:nvSpPr>
          <p:cNvPr id="26"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05</a:t>
            </a:r>
          </a:p>
        </p:txBody>
      </p:sp>
      <p:sp>
        <p:nvSpPr>
          <p:cNvPr id="3" name="Title 2"/>
          <p:cNvSpPr>
            <a:spLocks noGrp="1"/>
          </p:cNvSpPr>
          <p:nvPr>
            <p:ph type="title" idx="101"/>
          </p:nvPr>
        </p:nvSpPr>
        <p:spPr/>
        <p:txBody>
          <a:bodyPr/>
          <a:lstStyle/>
          <a:p>
            <a:r>
              <a:t>QSCI: IQM QPU + AMD GPU via Slurm</a:t>
            </a:r>
          </a:p>
        </p:txBody>
      </p:sp>
      <p:sp>
        <p:nvSpPr>
          <p:cNvPr id="4" name="TextBox 3"/>
          <p:cNvSpPr txBox="1"/>
          <p:nvPr/>
        </p:nvSpPr>
        <p:spPr>
          <a:xfrm>
            <a:off x="630936" y="4937760"/>
            <a:ext cx="6766560" cy="822960"/>
          </a:xfrm>
          <a:prstGeom prst="rect">
            <a:avLst/>
          </a:prstGeom>
          <a:noFill/>
        </p:spPr>
        <p:txBody>
          <a:bodyPr wrap="square" anchor="t" lIns="0" rIns="0">
            <a:spAutoFit/>
          </a:bodyPr>
          <a:lstStyle/>
          <a:p>
            <a:pPr algn="l">
              <a:spcAft>
                <a:spcPts val="400"/>
              </a:spcAft>
            </a:pPr>
            <a:r>
              <a:rPr b="1" sz="1600">
                <a:solidFill>
                  <a:srgbClr val="C9CED6"/>
                </a:solidFill>
              </a:rPr>
              <a:t>Block 5 · 30 min</a:t>
            </a:r>
          </a:p>
          <a:p>
            <a:pPr algn="l">
              <a:spcAft>
                <a:spcPts val="400"/>
              </a:spcAft>
            </a:pPr>
            <a:r>
              <a:rPr sz="1600">
                <a:solidFill>
                  <a:srgbClr val="C9CED6"/>
                </a:solidFill>
              </a:rPr>
              <a:t>Optional block: the quantum computer shrinks the matrix, the GPU does the linear algebra.</a:t>
            </a:r>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FFFFFF"/>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QSCI: shrink the matrix, then solve it</a:t>
            </a:r>
          </a:p>
        </p:txBody>
      </p:sp>
      <p:sp>
        <p:nvSpPr>
          <p:cNvPr id="3" name="Text Placeholder 2"/>
          <p:cNvSpPr>
            <a:spLocks noGrp="1"/>
          </p:cNvSpPr>
          <p:nvPr>
            <p:ph type="body" idx="104"/>
          </p:nvPr>
        </p:nvSpPr>
        <p:spPr/>
        <p:txBody>
          <a:bodyPr/>
          <a:lstStyle/>
          <a:p>
            <a:r>
              <a:t>Input</a:t>
            </a:r>
          </a:p>
        </p:txBody>
      </p:sp>
      <p:sp>
        <p:nvSpPr>
          <p:cNvPr id="4" name="Text Placeholder 3"/>
          <p:cNvSpPr>
            <a:spLocks noGrp="1"/>
          </p:cNvSpPr>
          <p:nvPr>
            <p:ph type="body" idx="105"/>
          </p:nvPr>
        </p:nvSpPr>
        <p:spPr/>
        <p:txBody>
          <a:bodyPr/>
          <a:lstStyle/>
          <a:p>
            <a:r>
              <a:t>A very large matrix</a:t>
            </a:r>
          </a:p>
        </p:txBody>
      </p:sp>
      <p:sp>
        <p:nvSpPr>
          <p:cNvPr id="5" name="Text Placeholder 4"/>
          <p:cNvSpPr>
            <a:spLocks noGrp="1"/>
          </p:cNvSpPr>
          <p:nvPr>
            <p:ph type="body" idx="106"/>
          </p:nvPr>
        </p:nvSpPr>
        <p:spPr/>
        <p:txBody>
          <a:bodyPr/>
          <a:lstStyle/>
          <a:p>
            <a:r>
              <a:t>The molecule's Hamiltonian: energy as a function of the electrons' state. Too large to handle classically.</a:t>
            </a:r>
          </a:p>
        </p:txBody>
      </p:sp>
      <p:sp>
        <p:nvSpPr>
          <p:cNvPr id="6" name="Text Placeholder 5"/>
          <p:cNvSpPr>
            <a:spLocks noGrp="1"/>
          </p:cNvSpPr>
          <p:nvPr>
            <p:ph type="body" idx="109"/>
          </p:nvPr>
        </p:nvSpPr>
        <p:spPr/>
        <p:txBody>
          <a:bodyPr/>
          <a:lstStyle/>
          <a:p>
            <a:r>
              <a:t>Quantum</a:t>
            </a:r>
          </a:p>
        </p:txBody>
      </p:sp>
      <p:sp>
        <p:nvSpPr>
          <p:cNvPr id="7" name="Text Placeholder 6"/>
          <p:cNvSpPr>
            <a:spLocks noGrp="1"/>
          </p:cNvSpPr>
          <p:nvPr>
            <p:ph type="body" idx="110"/>
          </p:nvPr>
        </p:nvSpPr>
        <p:spPr/>
        <p:txBody>
          <a:bodyPr/>
          <a:lstStyle/>
          <a:p>
            <a:r>
              <a:t>Shrink it</a:t>
            </a:r>
          </a:p>
        </p:txBody>
      </p:sp>
      <p:sp>
        <p:nvSpPr>
          <p:cNvPr id="8" name="Text Placeholder 7"/>
          <p:cNvSpPr>
            <a:spLocks noGrp="1"/>
          </p:cNvSpPr>
          <p:nvPr>
            <p:ph type="body" idx="111"/>
          </p:nvPr>
        </p:nvSpPr>
        <p:spPr/>
        <p:txBody>
          <a:bodyPr/>
          <a:lstStyle/>
          <a:p>
            <a:r>
              <a:t>Sample the electron configurations that matter and keep only those, without changing the answer we want.</a:t>
            </a:r>
          </a:p>
        </p:txBody>
      </p:sp>
      <p:sp>
        <p:nvSpPr>
          <p:cNvPr id="9" name="Text Placeholder 8"/>
          <p:cNvSpPr>
            <a:spLocks noGrp="1"/>
          </p:cNvSpPr>
          <p:nvPr>
            <p:ph type="body" idx="114"/>
          </p:nvPr>
        </p:nvSpPr>
        <p:spPr/>
        <p:txBody>
          <a:bodyPr/>
          <a:lstStyle/>
          <a:p>
            <a:r>
              <a:t>GPU</a:t>
            </a:r>
          </a:p>
        </p:txBody>
      </p:sp>
      <p:sp>
        <p:nvSpPr>
          <p:cNvPr id="10" name="Text Placeholder 9"/>
          <p:cNvSpPr>
            <a:spLocks noGrp="1"/>
          </p:cNvSpPr>
          <p:nvPr>
            <p:ph type="body" idx="115"/>
          </p:nvPr>
        </p:nvSpPr>
        <p:spPr/>
        <p:txBody>
          <a:bodyPr/>
          <a:lstStyle/>
          <a:p>
            <a:r>
              <a:t>Do the linear algebra</a:t>
            </a:r>
          </a:p>
        </p:txBody>
      </p:sp>
      <p:sp>
        <p:nvSpPr>
          <p:cNvPr id="11" name="Text Placeholder 10"/>
          <p:cNvSpPr>
            <a:spLocks noGrp="1"/>
          </p:cNvSpPr>
          <p:nvPr>
            <p:ph type="body" idx="116"/>
          </p:nvPr>
        </p:nvSpPr>
        <p:spPr/>
        <p:txBody>
          <a:bodyPr/>
          <a:lstStyle/>
          <a:p>
            <a:r>
              <a:t>Build the Hamiltonian on the kept configurations and find its lowest eigenvalue.</a:t>
            </a:r>
          </a:p>
        </p:txBody>
      </p:sp>
      <p:sp>
        <p:nvSpPr>
          <p:cNvPr id="12" name="Text Placeholder 11"/>
          <p:cNvSpPr>
            <a:spLocks noGrp="1"/>
          </p:cNvSpPr>
          <p:nvPr>
            <p:ph type="body" idx="119"/>
          </p:nvPr>
        </p:nvSpPr>
        <p:spPr/>
        <p:txBody>
          <a:bodyPr/>
          <a:lstStyle/>
          <a:p>
            <a:r>
              <a:t>Output</a:t>
            </a:r>
          </a:p>
        </p:txBody>
      </p:sp>
      <p:sp>
        <p:nvSpPr>
          <p:cNvPr id="13" name="Text Placeholder 12"/>
          <p:cNvSpPr>
            <a:spLocks noGrp="1"/>
          </p:cNvSpPr>
          <p:nvPr>
            <p:ph type="body" idx="120"/>
          </p:nvPr>
        </p:nvSpPr>
        <p:spPr/>
        <p:txBody>
          <a:bodyPr/>
          <a:lstStyle/>
          <a:p>
            <a:r>
              <a:t>Ground-state energy</a:t>
            </a:r>
          </a:p>
        </p:txBody>
      </p:sp>
      <p:sp>
        <p:nvSpPr>
          <p:cNvPr id="14" name="Text Placeholder 13"/>
          <p:cNvSpPr>
            <a:spLocks noGrp="1"/>
          </p:cNvSpPr>
          <p:nvPr>
            <p:ph type="body" idx="121"/>
          </p:nvPr>
        </p:nvSpPr>
        <p:spPr/>
        <p:txBody>
          <a:bodyPr/>
          <a:lstStyle/>
          <a:p>
            <a:r>
              <a:t>The approximate lowest energy of the molecule's electrons.</a:t>
            </a:r>
          </a:p>
        </p:txBody>
      </p:sp>
      <p:sp>
        <p:nvSpPr>
          <p:cNvPr id="15" name="Text Placeholder 14"/>
          <p:cNvSpPr>
            <a:spLocks noGrp="1"/>
          </p:cNvSpPr>
          <p:nvPr>
            <p:ph type="body" idx="122"/>
          </p:nvPr>
        </p:nvSpPr>
        <p:spPr/>
        <p:txBody>
          <a:bodyPr/>
          <a:lstStyle/>
          <a:p>
            <a:r>
              <a:t>The lab runs H₂; the same code runs on larger molecules</a:t>
            </a:r>
          </a:p>
        </p:txBody>
      </p:sp>
      <p:sp>
        <p:nvSpPr>
          <p:cNvPr id="28"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QSCI workflow</a:t>
            </a:r>
          </a:p>
        </p:txBody>
      </p:sp>
      <p:sp>
        <p:nvSpPr>
          <p:cNvPr id="4" name="Text Placeholder 3"/>
          <p:cNvSpPr>
            <a:spLocks noGrp="1"/>
          </p:cNvSpPr>
          <p:nvPr>
            <p:ph type="body" idx="104"/>
          </p:nvPr>
        </p:nvSpPr>
        <p:spPr/>
        <p:txBody>
          <a:bodyPr/>
          <a:lstStyle/>
          <a:p>
            <a:r>
              <a:t>Where each step runs</a:t>
            </a:r>
          </a:p>
        </p:txBody>
      </p:sp>
      <p:sp>
        <p:nvSpPr>
          <p:cNvPr id="5" name="Text Placeholder 4"/>
          <p:cNvSpPr>
            <a:spLocks noGrp="1"/>
          </p:cNvSpPr>
          <p:nvPr>
            <p:ph type="body" idx="105"/>
          </p:nvPr>
        </p:nvSpPr>
        <p:spPr/>
        <p:txBody>
          <a:bodyPr/>
          <a:lstStyle/>
          <a:p>
            <a:r>
              <a:rPr b="1"/>
              <a:t>Login node:</a:t>
            </a:r>
            <a:r>
              <a:t> molecule, Hartree-Fock, UCCSD ansatz</a:t>
            </a:r>
          </a:p>
          <a:p>
            <a:r>
              <a:rPr b="1"/>
              <a:t>QPU via QDMI:</a:t>
            </a:r>
            <a:r>
              <a:t> train the circuit, sample bitstrings</a:t>
            </a:r>
          </a:p>
          <a:p>
            <a:r>
              <a:rPr b="1"/>
              <a:t>AMD GPU:</a:t>
            </a:r>
            <a:r>
              <a:t> symmetry filter, subspace Hamiltonian, JAX eigvalsh</a:t>
            </a:r>
          </a:p>
          <a:p>
            <a:r>
              <a:t>Cost: O(|S|²) matrix elements, O(|S|³) eigensolve</a:t>
            </a:r>
          </a:p>
        </p:txBody>
      </p:sp>
      <p:sp>
        <p:nvSpPr>
          <p:cNvPr id="6" name="Text Placeholder 5"/>
          <p:cNvSpPr>
            <a:spLocks noGrp="1"/>
          </p:cNvSpPr>
          <p:nvPr>
            <p:ph type="body" idx="108"/>
          </p:nvPr>
        </p:nvSpPr>
        <p:spPr/>
        <p:txBody>
          <a:bodyPr/>
          <a:lstStyle/>
          <a:p>
            <a:r>
              <a:t>Figure: IQM, QSCI on AMD tutorial (Steinmann, Bulmash)</a:t>
            </a:r>
          </a:p>
        </p:txBody>
      </p:sp>
      <p:sp>
        <p:nvSpPr>
          <p:cNvPr id="7" name="Rounded Rectangle 6"/>
          <p:cNvSpPr/>
          <p:nvPr/>
        </p:nvSpPr>
        <p:spPr>
          <a:xfrm>
            <a:off x="634594" y="1691640"/>
            <a:ext cx="7589520" cy="4206240"/>
          </a:xfrm>
          <a:prstGeom prst="roundRect">
            <a:avLst>
              <a:gd name="adj" fmla="val 4000"/>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p>
        </p:txBody>
      </p:sp>
      <p:pic>
        <p:nvPicPr>
          <p:cNvPr id="8" name="Picture 7" descr="qsci_workflow.jpg"/>
          <p:cNvPicPr>
            <a:picLocks noChangeAspect="1"/>
          </p:cNvPicPr>
          <p:nvPr/>
        </p:nvPicPr>
        <p:blipFill>
          <a:blip r:embed="rId2"/>
          <a:stretch>
            <a:fillRect/>
          </a:stretch>
        </p:blipFill>
        <p:spPr>
          <a:xfrm>
            <a:off x="2076127" y="1783080"/>
            <a:ext cx="4706453" cy="4023359"/>
          </a:xfrm>
          <a:prstGeom prst="rect">
            <a:avLst/>
          </a:prstGeom>
        </p:spPr>
      </p:pic>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same code as two Slurm jobs</a:t>
            </a:r>
          </a:p>
        </p:txBody>
      </p:sp>
      <p:sp>
        <p:nvSpPr>
          <p:cNvPr id="4" name="Rounded Rectangle 3"/>
          <p:cNvSpPr/>
          <p:nvPr/>
        </p:nvSpPr>
        <p:spPr>
          <a:xfrm>
            <a:off x="630936" y="1783080"/>
            <a:ext cx="1874519" cy="1051560"/>
          </a:xfrm>
          <a:prstGeom prst="roundRect">
            <a:avLst>
              <a:gd name="adj" fmla="val 12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500">
                <a:solidFill>
                  <a:srgbClr val="060E1D"/>
                </a:solidFill>
              </a:rPr>
              <a:t>config.json</a:t>
            </a:r>
          </a:p>
          <a:p>
            <a:pPr algn="l"/>
            <a:r>
              <a:rPr sz="1200">
                <a:solidFill>
                  <a:srgbClr val="5B6472"/>
                </a:solidFill>
              </a:rPr>
              <a:t>molecule, backends</a:t>
            </a:r>
          </a:p>
        </p:txBody>
      </p:sp>
      <p:sp>
        <p:nvSpPr>
          <p:cNvPr id="5" name="Right Arrow 4"/>
          <p:cNvSpPr/>
          <p:nvPr/>
        </p:nvSpPr>
        <p:spPr>
          <a:xfrm>
            <a:off x="2532888" y="2194560"/>
            <a:ext cx="292608" cy="219456"/>
          </a:xfrm>
          <a:prstGeom prst="rightArrow">
            <a:avLst/>
          </a:prstGeom>
          <a:solidFill>
            <a:srgbClr val="2B7F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852928" y="1783080"/>
            <a:ext cx="1874519" cy="1051560"/>
          </a:xfrm>
          <a:prstGeom prst="roundRect">
            <a:avLst>
              <a:gd name="adj" fmla="val 12000"/>
            </a:avLst>
          </a:prstGeom>
          <a:solidFill>
            <a:srgbClr val="E6F8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500">
                <a:solidFill>
                  <a:srgbClr val="2B7F7B"/>
                </a:solidFill>
              </a:rPr>
              <a:t>Quantum stage</a:t>
            </a:r>
          </a:p>
          <a:p>
            <a:pPr algn="l"/>
            <a:r>
              <a:rPr sz="1200">
                <a:solidFill>
                  <a:srgbClr val="5B6472"/>
                </a:solidFill>
              </a:rPr>
              <a:t>quantum partition · licence · QDMI</a:t>
            </a:r>
          </a:p>
        </p:txBody>
      </p:sp>
      <p:sp>
        <p:nvSpPr>
          <p:cNvPr id="7" name="Right Arrow 6"/>
          <p:cNvSpPr/>
          <p:nvPr/>
        </p:nvSpPr>
        <p:spPr>
          <a:xfrm>
            <a:off x="4754880" y="2194560"/>
            <a:ext cx="292608" cy="219456"/>
          </a:xfrm>
          <a:prstGeom prst="rightArrow">
            <a:avLst/>
          </a:prstGeom>
          <a:solidFill>
            <a:srgbClr val="2B7F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74920" y="1783080"/>
            <a:ext cx="1874519" cy="1051560"/>
          </a:xfrm>
          <a:prstGeom prst="roundRect">
            <a:avLst>
              <a:gd name="adj" fmla="val 12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500">
                <a:solidFill>
                  <a:srgbClr val="060E1D"/>
                </a:solidFill>
              </a:rPr>
              <a:t>quantum.json</a:t>
            </a:r>
          </a:p>
          <a:p>
            <a:pPr algn="l"/>
            <a:r>
              <a:rPr sz="1200">
                <a:solidFill>
                  <a:srgbClr val="5B6472"/>
                </a:solidFill>
              </a:rPr>
              <a:t>counts, θ, timings</a:t>
            </a:r>
          </a:p>
        </p:txBody>
      </p:sp>
      <p:sp>
        <p:nvSpPr>
          <p:cNvPr id="9" name="Right Arrow 8"/>
          <p:cNvSpPr/>
          <p:nvPr/>
        </p:nvSpPr>
        <p:spPr>
          <a:xfrm>
            <a:off x="6976872" y="2194560"/>
            <a:ext cx="292608" cy="219456"/>
          </a:xfrm>
          <a:prstGeom prst="rightArrow">
            <a:avLst/>
          </a:prstGeom>
          <a:solidFill>
            <a:srgbClr val="2B7F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296912" y="1783080"/>
            <a:ext cx="1874519" cy="1051560"/>
          </a:xfrm>
          <a:prstGeom prst="roundRect">
            <a:avLst>
              <a:gd name="adj" fmla="val 12000"/>
            </a:avLst>
          </a:prstGeom>
          <a:solidFill>
            <a:srgbClr val="FCED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500">
                <a:solidFill>
                  <a:srgbClr val="C2501F"/>
                </a:solidFill>
              </a:rPr>
              <a:t>Classical stage</a:t>
            </a:r>
          </a:p>
          <a:p>
            <a:pPr algn="l"/>
            <a:r>
              <a:rPr sz="1200">
                <a:solidFill>
                  <a:srgbClr val="5B6472"/>
                </a:solidFill>
              </a:rPr>
              <a:t>gpu partition · afterok · JAX/ROCm</a:t>
            </a:r>
          </a:p>
        </p:txBody>
      </p:sp>
      <p:sp>
        <p:nvSpPr>
          <p:cNvPr id="11" name="Right Arrow 10"/>
          <p:cNvSpPr/>
          <p:nvPr/>
        </p:nvSpPr>
        <p:spPr>
          <a:xfrm>
            <a:off x="9198864" y="2194560"/>
            <a:ext cx="292608" cy="219456"/>
          </a:xfrm>
          <a:prstGeom prst="rightArrow">
            <a:avLst/>
          </a:prstGeom>
          <a:solidFill>
            <a:srgbClr val="2B7F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518904" y="1783080"/>
            <a:ext cx="1874519" cy="1051560"/>
          </a:xfrm>
          <a:prstGeom prst="roundRect">
            <a:avLst>
              <a:gd name="adj" fmla="val 12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l"/>
            <a:r>
              <a:rPr b="1" sz="1500">
                <a:solidFill>
                  <a:srgbClr val="060E1D"/>
                </a:solidFill>
              </a:rPr>
              <a:t>result.json</a:t>
            </a:r>
          </a:p>
          <a:p>
            <a:pPr algn="l"/>
            <a:r>
              <a:rPr sz="1200">
                <a:solidFill>
                  <a:srgbClr val="5B6472"/>
                </a:solidFill>
              </a:rPr>
              <a:t>E_QSCI vs E_FCI</a:t>
            </a:r>
          </a:p>
        </p:txBody>
      </p:sp>
      <p:sp>
        <p:nvSpPr>
          <p:cNvPr id="13" name="Rounded Rectangle 12"/>
          <p:cNvSpPr/>
          <p:nvPr/>
        </p:nvSpPr>
        <p:spPr>
          <a:xfrm>
            <a:off x="630936" y="3108960"/>
            <a:ext cx="10927080" cy="2606040"/>
          </a:xfrm>
          <a:prstGeom prst="roundRect">
            <a:avLst>
              <a:gd name="adj" fmla="val 6000"/>
            </a:avLst>
          </a:prstGeom>
          <a:solidFill>
            <a:srgbClr val="060E1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l"/>
            <a:r>
              <a:rPr sz="1300">
                <a:solidFill>
                  <a:srgbClr val="DDEBE9"/>
                </a:solidFill>
                <a:latin typeface="Consolas"/>
              </a:rPr>
              <a:t>cfg = QSCIConfig(atom="H 0 0 0; H 0 0 1", basis="sto-3g",</a:t>
            </a:r>
          </a:p>
          <a:p>
            <a:pPr algn="l"/>
            <a:r>
              <a:rPr sz="1300">
                <a:solidFill>
                  <a:srgbClr val="DDEBE9"/>
                </a:solidFill>
                <a:latin typeface="Consolas"/>
              </a:rPr>
              <a:t>                 vqe_backend="statevector",                # optimise classically</a:t>
            </a:r>
          </a:p>
          <a:p>
            <a:pPr algn="l"/>
            <a:r>
              <a:rPr sz="1300">
                <a:solidFill>
                  <a:srgbClr val="DDEBE9"/>
                </a:solidFill>
                <a:latin typeface="Consolas"/>
              </a:rPr>
              <a:t>                 sample_backend="qdmi:mqt.ddsim.default")  # then "qdmi:&lt;iqm id&gt;"</a:t>
            </a:r>
          </a:p>
          <a:p>
            <a:pPr algn="l"/>
            <a:r>
              <a:rPr sz="1300">
                <a:solidFill>
                  <a:srgbClr val="DDEBE9"/>
                </a:solidFill>
                <a:latin typeface="Consolas"/>
              </a:rPr>
              <a:t>qid, cid = submit_pipeline(run_dir, "slurm/quantum_stage.sbatch", "slurm/classical_stage.sbatch",</a:t>
            </a:r>
          </a:p>
          <a:p>
            <a:pPr algn="l"/>
            <a:r>
              <a:rPr sz="1300">
                <a:solidFill>
                  <a:srgbClr val="DDEBE9"/>
                </a:solidFill>
                <a:latin typeface="Consolas"/>
              </a:rPr>
              <a:t>                           device_license="mqt.ddsim.default", classical_partition="gpu", gpus=1)</a:t>
            </a:r>
          </a:p>
          <a:p>
            <a:pPr algn="l"/>
            <a:r>
              <a:rPr sz="1300">
                <a:solidFill>
                  <a:srgbClr val="DDEBE9"/>
                </a:solidFill>
                <a:latin typeface="Consolas"/>
              </a:rPr>
              <a:t>wait_for([qid, cid]); print(json.loads((run_dir / "result.json").read_text()))</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Lab 3: four places to run QSCI</a:t>
            </a:r>
          </a:p>
        </p:txBody>
      </p:sp>
      <p:graphicFrame>
        <p:nvGraphicFramePr>
          <p:cNvPr id="3" name="Table Placeholder 2"/>
          <p:cNvGraphicFramePr>
            <a:graphicFrameLocks noGrp="1"/>
          </p:cNvGraphicFramePr>
          <p:nvPr>
            <p:ph type="tbl" idx="101"/>
          </p:nvPr>
        </p:nvGraphicFramePr>
        <p:xfrm>
          <a:off x="634594" y="1691640"/>
          <a:ext cx="10922506" cy="2834640"/>
        </p:xfrm>
        <a:graphic>
          <a:graphicData uri="http://schemas.openxmlformats.org/drawingml/2006/table">
            <a:tbl>
              <a:tblPr firstRow="1" bandRow="1">
                <a:tableStyleId>{5C22544A-7EE6-4342-B048-85BDC9FD1C3A}</a:tableStyleId>
              </a:tblPr>
              <a:tblGrid>
                <a:gridCol w="2402951"/>
                <a:gridCol w="2402951"/>
                <a:gridCol w="3058302"/>
                <a:gridCol w="3058302"/>
              </a:tblGrid>
              <a:tr h="566928">
                <a:tc>
                  <a:txBody>
                    <a:bodyPr/>
                    <a:lstStyle/>
                    <a:p>
                      <a:r>
                        <a:rPr sz="1400" b="1">
                          <a:solidFill>
                            <a:srgbClr val="FFFFFF"/>
                          </a:solidFill>
                        </a:rPr>
                        <a:t>Where</a:t>
                      </a:r>
                    </a:p>
                  </a:txBody>
                  <a:tcPr marL="109728" marR="109728" marT="54864" marB="54864" anchor="ctr">
                    <a:solidFill>
                      <a:srgbClr val="060E1D"/>
                    </a:solidFill>
                  </a:tcPr>
                </a:tc>
                <a:tc>
                  <a:txBody>
                    <a:bodyPr/>
                    <a:lstStyle/>
                    <a:p>
                      <a:r>
                        <a:rPr sz="1400" b="1">
                          <a:solidFill>
                            <a:srgbClr val="FFFFFF"/>
                          </a:solidFill>
                        </a:rPr>
                        <a:t>Classical stage</a:t>
                      </a:r>
                    </a:p>
                  </a:txBody>
                  <a:tcPr marL="109728" marR="109728" marT="54864" marB="54864" anchor="ctr">
                    <a:solidFill>
                      <a:srgbClr val="060E1D"/>
                    </a:solidFill>
                  </a:tcPr>
                </a:tc>
                <a:tc>
                  <a:txBody>
                    <a:bodyPr/>
                    <a:lstStyle/>
                    <a:p>
                      <a:r>
                        <a:rPr sz="1400" b="1">
                          <a:solidFill>
                            <a:srgbClr val="FFFFFF"/>
                          </a:solidFill>
                        </a:rPr>
                        <a:t>Quantum stage</a:t>
                      </a:r>
                    </a:p>
                  </a:txBody>
                  <a:tcPr marL="109728" marR="109728" marT="54864" marB="54864" anchor="ctr">
                    <a:solidFill>
                      <a:srgbClr val="060E1D"/>
                    </a:solidFill>
                  </a:tcPr>
                </a:tc>
                <a:tc>
                  <a:txBody>
                    <a:bodyPr/>
                    <a:lstStyle/>
                    <a:p>
                      <a:r>
                        <a:rPr sz="1400" b="1">
                          <a:solidFill>
                            <a:srgbClr val="FFFFFF"/>
                          </a:solidFill>
                        </a:rPr>
                        <a:t>Setup</a:t>
                      </a:r>
                    </a:p>
                  </a:txBody>
                  <a:tcPr marL="109728" marR="109728" marT="54864" marB="54864" anchor="ctr">
                    <a:solidFill>
                      <a:srgbClr val="060E1D"/>
                    </a:solidFill>
                  </a:tcPr>
                </a:tc>
              </a:tr>
              <a:tr h="566928">
                <a:tc>
                  <a:txBody>
                    <a:bodyPr/>
                    <a:lstStyle/>
                    <a:p>
                      <a:r>
                        <a:rPr sz="1400">
                          <a:solidFill>
                            <a:srgbClr val="060E1D"/>
                          </a:solidFill>
                        </a:rPr>
                        <a:t>Inline (this kernel)</a:t>
                      </a:r>
                    </a:p>
                  </a:txBody>
                  <a:tcPr marL="109728" marR="109728" marT="54864" marB="54864" anchor="ctr">
                    <a:solidFill>
                      <a:srgbClr val="FFFFFF"/>
                    </a:solidFill>
                  </a:tcPr>
                </a:tc>
                <a:tc>
                  <a:txBody>
                    <a:bodyPr/>
                    <a:lstStyle/>
                    <a:p>
                      <a:r>
                        <a:rPr sz="1400">
                          <a:solidFill>
                            <a:srgbClr val="060E1D"/>
                          </a:solidFill>
                        </a:rPr>
                        <a:t>NumPy or JAX</a:t>
                      </a:r>
                    </a:p>
                  </a:txBody>
                  <a:tcPr marL="109728" marR="109728" marT="54864" marB="54864" anchor="ctr">
                    <a:solidFill>
                      <a:srgbClr val="FFFFFF"/>
                    </a:solidFill>
                  </a:tcPr>
                </a:tc>
                <a:tc>
                  <a:txBody>
                    <a:bodyPr/>
                    <a:lstStyle/>
                    <a:p>
                      <a:r>
                        <a:rPr sz="1400">
                          <a:solidFill>
                            <a:srgbClr val="060E1D"/>
                          </a:solidFill>
                        </a:rPr>
                        <a:t>statevector or any QDMI device</a:t>
                      </a:r>
                    </a:p>
                  </a:txBody>
                  <a:tcPr marL="109728" marR="109728" marT="54864" marB="54864" anchor="ctr">
                    <a:solidFill>
                      <a:srgbClr val="FFFFFF"/>
                    </a:solidFill>
                  </a:tcPr>
                </a:tc>
                <a:tc>
                  <a:txBody>
                    <a:bodyPr/>
                    <a:lstStyle/>
                    <a:p>
                      <a:r>
                        <a:rPr sz="1400">
                          <a:solidFill>
                            <a:srgbClr val="060E1D"/>
                          </a:solidFill>
                        </a:rPr>
                        <a:t>pip install -r requirements.txt</a:t>
                      </a:r>
                    </a:p>
                  </a:txBody>
                  <a:tcPr marL="109728" marR="109728" marT="54864" marB="54864" anchor="ctr">
                    <a:solidFill>
                      <a:srgbClr val="FFFFFF"/>
                    </a:solidFill>
                  </a:tcPr>
                </a:tc>
              </a:tr>
              <a:tr h="566928">
                <a:tc>
                  <a:txBody>
                    <a:bodyPr/>
                    <a:lstStyle/>
                    <a:p>
                      <a:r>
                        <a:rPr sz="1400">
                          <a:solidFill>
                            <a:srgbClr val="060E1D"/>
                          </a:solidFill>
                        </a:rPr>
                        <a:t>Laptop + Docker</a:t>
                      </a:r>
                    </a:p>
                  </a:txBody>
                  <a:tcPr marL="109728" marR="109728" marT="54864" marB="54864" anchor="ctr">
                    <a:solidFill>
                      <a:srgbClr val="F3F4F5"/>
                    </a:solidFill>
                  </a:tcPr>
                </a:tc>
                <a:tc>
                  <a:txBody>
                    <a:bodyPr/>
                    <a:lstStyle/>
                    <a:p>
                      <a:r>
                        <a:rPr sz="1400">
                          <a:solidFill>
                            <a:srgbClr val="060E1D"/>
                          </a:solidFill>
                        </a:rPr>
                        <a:t>playground compute nodes</a:t>
                      </a:r>
                    </a:p>
                  </a:txBody>
                  <a:tcPr marL="109728" marR="109728" marT="54864" marB="54864" anchor="ctr">
                    <a:solidFill>
                      <a:srgbClr val="F3F4F5"/>
                    </a:solidFill>
                  </a:tcPr>
                </a:tc>
                <a:tc>
                  <a:txBody>
                    <a:bodyPr/>
                    <a:lstStyle/>
                    <a:p>
                      <a:r>
                        <a:rPr sz="1400">
                          <a:solidFill>
                            <a:srgbClr val="060E1D"/>
                          </a:solidFill>
                        </a:rPr>
                        <a:t>QAN → DDSIM or Resonance</a:t>
                      </a:r>
                    </a:p>
                  </a:txBody>
                  <a:tcPr marL="109728" marR="109728" marT="54864" marB="54864" anchor="ctr">
                    <a:solidFill>
                      <a:srgbClr val="F3F4F5"/>
                    </a:solidFill>
                  </a:tcPr>
                </a:tc>
                <a:tc>
                  <a:txBody>
                    <a:bodyPr/>
                    <a:lstStyle/>
                    <a:p>
                      <a:r>
                        <a:rPr sz="1400">
                          <a:solidFill>
                            <a:srgbClr val="060E1D"/>
                          </a:solidFill>
                        </a:rPr>
                        <a:t>start_playground.sh</a:t>
                      </a:r>
                    </a:p>
                  </a:txBody>
                  <a:tcPr marL="109728" marR="109728" marT="54864" marB="54864" anchor="ctr">
                    <a:solidFill>
                      <a:srgbClr val="F3F4F5"/>
                    </a:solidFill>
                  </a:tcPr>
                </a:tc>
              </a:tr>
              <a:tr h="566928">
                <a:tc>
                  <a:txBody>
                    <a:bodyPr/>
                    <a:lstStyle/>
                    <a:p>
                      <a:r>
                        <a:rPr sz="1400">
                          <a:solidFill>
                            <a:srgbClr val="060E1D"/>
                          </a:solidFill>
                        </a:rPr>
                        <a:t>AMD GPU droplet</a:t>
                      </a:r>
                    </a:p>
                  </a:txBody>
                  <a:tcPr marL="109728" marR="109728" marT="54864" marB="54864" anchor="ctr">
                    <a:solidFill>
                      <a:srgbClr val="FFFFFF"/>
                    </a:solidFill>
                  </a:tcPr>
                </a:tc>
                <a:tc>
                  <a:txBody>
                    <a:bodyPr/>
                    <a:lstStyle/>
                    <a:p>
                      <a:r>
                        <a:rPr sz="1400">
                          <a:solidFill>
                            <a:srgbClr val="060E1D"/>
                          </a:solidFill>
                        </a:rPr>
                        <a:t>MI300X, ROCm JAX</a:t>
                      </a:r>
                    </a:p>
                  </a:txBody>
                  <a:tcPr marL="109728" marR="109728" marT="54864" marB="54864" anchor="ctr">
                    <a:solidFill>
                      <a:srgbClr val="FFFFFF"/>
                    </a:solidFill>
                  </a:tcPr>
                </a:tc>
                <a:tc>
                  <a:txBody>
                    <a:bodyPr/>
                    <a:lstStyle/>
                    <a:p>
                      <a:r>
                        <a:rPr sz="1400">
                          <a:solidFill>
                            <a:srgbClr val="060E1D"/>
                          </a:solidFill>
                        </a:rPr>
                        <a:t>same node, quantum partition</a:t>
                      </a:r>
                    </a:p>
                  </a:txBody>
                  <a:tcPr marL="109728" marR="109728" marT="54864" marB="54864" anchor="ctr">
                    <a:solidFill>
                      <a:srgbClr val="FFFFFF"/>
                    </a:solidFill>
                  </a:tcPr>
                </a:tc>
                <a:tc>
                  <a:txBody>
                    <a:bodyPr/>
                    <a:lstStyle/>
                    <a:p>
                      <a:r>
                        <a:rPr sz="1400">
                          <a:solidFill>
                            <a:srgbClr val="060E1D"/>
                          </a:solidFill>
                        </a:rPr>
                        <a:t>single_node_slurm_droplet.sh</a:t>
                      </a:r>
                    </a:p>
                  </a:txBody>
                  <a:tcPr marL="109728" marR="109728" marT="54864" marB="54864" anchor="ctr">
                    <a:solidFill>
                      <a:srgbClr val="FFFFFF"/>
                    </a:solidFill>
                  </a:tcPr>
                </a:tc>
              </a:tr>
              <a:tr h="566928">
                <a:tc>
                  <a:txBody>
                    <a:bodyPr/>
                    <a:lstStyle/>
                    <a:p>
                      <a:r>
                        <a:rPr sz="1400">
                          <a:solidFill>
                            <a:srgbClr val="060E1D"/>
                          </a:solidFill>
                        </a:rPr>
                        <a:t>Your cluster, e.g. LUMI-G</a:t>
                      </a:r>
                    </a:p>
                  </a:txBody>
                  <a:tcPr marL="109728" marR="109728" marT="54864" marB="54864" anchor="ctr">
                    <a:solidFill>
                      <a:srgbClr val="F3F4F5"/>
                    </a:solidFill>
                  </a:tcPr>
                </a:tc>
                <a:tc>
                  <a:txBody>
                    <a:bodyPr/>
                    <a:lstStyle/>
                    <a:p>
                      <a:r>
                        <a:rPr sz="1400">
                          <a:solidFill>
                            <a:srgbClr val="060E1D"/>
                          </a:solidFill>
                        </a:rPr>
                        <a:t>AMD GPU partition</a:t>
                      </a:r>
                    </a:p>
                  </a:txBody>
                  <a:tcPr marL="109728" marR="109728" marT="54864" marB="54864" anchor="ctr">
                    <a:solidFill>
                      <a:srgbClr val="F3F4F5"/>
                    </a:solidFill>
                  </a:tcPr>
                </a:tc>
                <a:tc>
                  <a:txBody>
                    <a:bodyPr/>
                    <a:lstStyle/>
                    <a:p>
                      <a:r>
                        <a:rPr sz="1400">
                          <a:solidFill>
                            <a:srgbClr val="060E1D"/>
                          </a:solidFill>
                        </a:rPr>
                        <a:t>QAN with HTTPS, or Radiance</a:t>
                      </a:r>
                    </a:p>
                  </a:txBody>
                  <a:tcPr marL="109728" marR="109728" marT="54864" marB="54864" anchor="ctr">
                    <a:solidFill>
                      <a:srgbClr val="F3F4F5"/>
                    </a:solidFill>
                  </a:tcPr>
                </a:tc>
                <a:tc>
                  <a:txBody>
                    <a:bodyPr/>
                    <a:lstStyle/>
                    <a:p>
                      <a:r>
                        <a:rPr sz="1400">
                          <a:solidFill>
                            <a:srgbClr val="060E1D"/>
                          </a:solidFill>
                        </a:rPr>
                        <a:t>partitions + account</a:t>
                      </a:r>
                    </a:p>
                  </a:txBody>
                  <a:tcPr marL="109728" marR="109728" marT="54864" marB="54864" anchor="ctr">
                    <a:solidFill>
                      <a:srgbClr val="F3F4F5"/>
                    </a:solidFill>
                  </a:tcPr>
                </a:tc>
              </a:tr>
            </a:tbl>
          </a:graphicData>
        </a:graphic>
      </p:graphicFrame>
      <p:sp>
        <p:nvSpPr>
          <p:cNvPr id="4" name="Text Placeholder 3"/>
          <p:cNvSpPr>
            <a:spLocks noGrp="1"/>
          </p:cNvSpPr>
          <p:nvPr>
            <p:ph type="body" idx="104"/>
          </p:nvPr>
        </p:nvSpPr>
        <p:spPr/>
        <p:txBody>
          <a:bodyPr/>
          <a:lstStyle/>
          <a:p>
            <a:r>
              <a:t>Cheap first: optimise on statevector, sample on an IQM :mock, then the real QPU · VQE on hardware ≈ iterations × groups × shots (≈45 credits on Garnet in the original notebook)</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06</a:t>
            </a:r>
          </a:p>
        </p:txBody>
      </p:sp>
      <p:sp>
        <p:nvSpPr>
          <p:cNvPr id="3" name="Title 2"/>
          <p:cNvSpPr>
            <a:spLocks noGrp="1"/>
          </p:cNvSpPr>
          <p:nvPr>
            <p:ph type="title" idx="101"/>
          </p:nvPr>
        </p:nvSpPr>
        <p:spPr/>
        <p:txBody>
          <a:bodyPr/>
          <a:lstStyle/>
          <a:p>
            <a:r>
              <a:t>Hybrid algorithms need tight integration</a:t>
            </a:r>
          </a:p>
        </p:txBody>
      </p:sp>
      <p:sp>
        <p:nvSpPr>
          <p:cNvPr id="4" name="TextBox 3"/>
          <p:cNvSpPr txBox="1"/>
          <p:nvPr/>
        </p:nvSpPr>
        <p:spPr>
          <a:xfrm>
            <a:off x="630936" y="4937760"/>
            <a:ext cx="6766560" cy="822960"/>
          </a:xfrm>
          <a:prstGeom prst="rect">
            <a:avLst/>
          </a:prstGeom>
          <a:noFill/>
        </p:spPr>
        <p:txBody>
          <a:bodyPr wrap="square" anchor="t" lIns="0" rIns="0">
            <a:spAutoFit/>
          </a:bodyPr>
          <a:lstStyle/>
          <a:p>
            <a:pPr algn="l">
              <a:spcAft>
                <a:spcPts val="400"/>
              </a:spcAft>
            </a:pPr>
            <a:r>
              <a:rPr b="1" sz="1600">
                <a:solidFill>
                  <a:srgbClr val="C9CED6"/>
                </a:solidFill>
              </a:rPr>
              <a:t>Block 6 · 15 min</a:t>
            </a:r>
          </a:p>
          <a:p>
            <a:pPr algn="l">
              <a:spcAft>
                <a:spcPts val="400"/>
              </a:spcAft>
            </a:pPr>
            <a:r>
              <a:rPr sz="1600">
                <a:solidFill>
                  <a:srgbClr val="C9CED6"/>
                </a:solidFill>
              </a:rPr>
              <a:t>IQM's simulation team: what runs on hardware today, and why each step pulls CPUs, GPUs and QPUs closer.</a:t>
            </a:r>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FFFFFF"/>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IQM's hybrid algorithm portfolio</a:t>
            </a:r>
          </a:p>
        </p:txBody>
      </p:sp>
      <p:graphicFrame>
        <p:nvGraphicFramePr>
          <p:cNvPr id="3" name="Table Placeholder 2"/>
          <p:cNvGraphicFramePr>
            <a:graphicFrameLocks noGrp="1"/>
          </p:cNvGraphicFramePr>
          <p:nvPr>
            <p:ph type="tbl" idx="101"/>
          </p:nvPr>
        </p:nvGraphicFramePr>
        <p:xfrm>
          <a:off x="634594" y="1691640"/>
          <a:ext cx="10922506" cy="3968496"/>
        </p:xfrm>
        <a:graphic>
          <a:graphicData uri="http://schemas.openxmlformats.org/drawingml/2006/table">
            <a:tbl>
              <a:tblPr firstRow="1" bandRow="1">
                <a:tableStyleId>{5C22544A-7EE6-4342-B048-85BDC9FD1C3A}</a:tableStyleId>
              </a:tblPr>
              <a:tblGrid>
                <a:gridCol w="3058302"/>
                <a:gridCol w="2730627"/>
                <a:gridCol w="2621401"/>
                <a:gridCol w="2512176"/>
              </a:tblGrid>
              <a:tr h="566928">
                <a:tc>
                  <a:txBody>
                    <a:bodyPr/>
                    <a:lstStyle/>
                    <a:p>
                      <a:r>
                        <a:rPr sz="1400" b="1">
                          <a:solidFill>
                            <a:srgbClr val="FFFFFF"/>
                          </a:solidFill>
                        </a:rPr>
                        <a:t>Method</a:t>
                      </a:r>
                    </a:p>
                  </a:txBody>
                  <a:tcPr marL="109728" marR="109728" marT="54864" marB="54864" anchor="ctr">
                    <a:solidFill>
                      <a:srgbClr val="060E1D"/>
                    </a:solidFill>
                  </a:tcPr>
                </a:tc>
                <a:tc>
                  <a:txBody>
                    <a:bodyPr/>
                    <a:lstStyle/>
                    <a:p>
                      <a:r>
                        <a:rPr sz="1400" b="1">
                          <a:solidFill>
                            <a:srgbClr val="FFFFFF"/>
                          </a:solidFill>
                        </a:rPr>
                        <a:t>Quantum part</a:t>
                      </a:r>
                    </a:p>
                  </a:txBody>
                  <a:tcPr marL="109728" marR="109728" marT="54864" marB="54864" anchor="ctr">
                    <a:solidFill>
                      <a:srgbClr val="060E1D"/>
                    </a:solidFill>
                  </a:tcPr>
                </a:tc>
                <a:tc>
                  <a:txBody>
                    <a:bodyPr/>
                    <a:lstStyle/>
                    <a:p>
                      <a:r>
                        <a:rPr sz="1400" b="1">
                          <a:solidFill>
                            <a:srgbClr val="FFFFFF"/>
                          </a:solidFill>
                        </a:rPr>
                        <a:t>Classical part</a:t>
                      </a:r>
                    </a:p>
                  </a:txBody>
                  <a:tcPr marL="109728" marR="109728" marT="54864" marB="54864" anchor="ctr">
                    <a:solidFill>
                      <a:srgbClr val="060E1D"/>
                    </a:solidFill>
                  </a:tcPr>
                </a:tc>
                <a:tc>
                  <a:txBody>
                    <a:bodyPr/>
                    <a:lstStyle/>
                    <a:p>
                      <a:r>
                        <a:rPr sz="1400" b="1">
                          <a:solidFill>
                            <a:srgbClr val="FFFFFF"/>
                          </a:solidFill>
                        </a:rPr>
                        <a:t>Status · arXiv</a:t>
                      </a:r>
                    </a:p>
                  </a:txBody>
                  <a:tcPr marL="109728" marR="109728" marT="54864" marB="54864" anchor="ctr">
                    <a:solidFill>
                      <a:srgbClr val="060E1D"/>
                    </a:solidFill>
                  </a:tcPr>
                </a:tc>
              </a:tr>
              <a:tr h="566928">
                <a:tc>
                  <a:txBody>
                    <a:bodyPr/>
                    <a:lstStyle/>
                    <a:p>
                      <a:r>
                        <a:rPr sz="1300">
                          <a:solidFill>
                            <a:srgbClr val="060E1D"/>
                          </a:solidFill>
                        </a:rPr>
                        <a:t>QSCI in ghost-Gutzwiller embedding</a:t>
                      </a:r>
                    </a:p>
                  </a:txBody>
                  <a:tcPr marL="109728" marR="109728" marT="54864" marB="54864" anchor="ctr">
                    <a:solidFill>
                      <a:srgbClr val="FFFFFF"/>
                    </a:solidFill>
                  </a:tcPr>
                </a:tc>
                <a:tc>
                  <a:txBody>
                    <a:bodyPr/>
                    <a:lstStyle/>
                    <a:p>
                      <a:r>
                        <a:rPr sz="1300">
                          <a:solidFill>
                            <a:srgbClr val="060E1D"/>
                          </a:solidFill>
                        </a:rPr>
                        <a:t>sample impurity ground states</a:t>
                      </a:r>
                    </a:p>
                  </a:txBody>
                  <a:tcPr marL="109728" marR="109728" marT="54864" marB="54864" anchor="ctr">
                    <a:solidFill>
                      <a:srgbClr val="FFFFFF"/>
                    </a:solidFill>
                  </a:tcPr>
                </a:tc>
                <a:tc>
                  <a:txBody>
                    <a:bodyPr/>
                    <a:lstStyle/>
                    <a:p>
                      <a:r>
                        <a:rPr sz="1300">
                          <a:solidFill>
                            <a:srgbClr val="060E1D"/>
                          </a:solidFill>
                        </a:rPr>
                        <a:t>embedding loop, diagonalisation</a:t>
                      </a:r>
                    </a:p>
                  </a:txBody>
                  <a:tcPr marL="109728" marR="109728" marT="54864" marB="54864" anchor="ctr">
                    <a:solidFill>
                      <a:srgbClr val="FFFFFF"/>
                    </a:solidFill>
                  </a:tcPr>
                </a:tc>
                <a:tc>
                  <a:txBody>
                    <a:bodyPr/>
                    <a:lstStyle/>
                    <a:p>
                      <a:r>
                        <a:rPr sz="1300">
                          <a:solidFill>
                            <a:srgbClr val="060E1D"/>
                          </a:solidFill>
                        </a:rPr>
                        <a:t>on IQM Garnet · 2506.21431</a:t>
                      </a:r>
                    </a:p>
                  </a:txBody>
                  <a:tcPr marL="109728" marR="109728" marT="54864" marB="54864" anchor="ctr">
                    <a:solidFill>
                      <a:srgbClr val="FFFFFF"/>
                    </a:solidFill>
                  </a:tcPr>
                </a:tc>
              </a:tr>
              <a:tr h="566928">
                <a:tc>
                  <a:txBody>
                    <a:bodyPr/>
                    <a:lstStyle/>
                    <a:p>
                      <a:r>
                        <a:rPr sz="1300">
                          <a:solidFill>
                            <a:srgbClr val="060E1D"/>
                          </a:solidFill>
                        </a:rPr>
                        <a:t>QC-AFQMC</a:t>
                      </a:r>
                    </a:p>
                  </a:txBody>
                  <a:tcPr marL="109728" marR="109728" marT="54864" marB="54864" anchor="ctr">
                    <a:solidFill>
                      <a:srgbClr val="F3F4F5"/>
                    </a:solidFill>
                  </a:tcPr>
                </a:tc>
                <a:tc>
                  <a:txBody>
                    <a:bodyPr/>
                    <a:lstStyle/>
                    <a:p>
                      <a:r>
                        <a:rPr sz="1300">
                          <a:solidFill>
                            <a:srgbClr val="060E1D"/>
                          </a:solidFill>
                        </a:rPr>
                        <a:t>matchgate shadows of a trial state</a:t>
                      </a:r>
                    </a:p>
                  </a:txBody>
                  <a:tcPr marL="109728" marR="109728" marT="54864" marB="54864" anchor="ctr">
                    <a:solidFill>
                      <a:srgbClr val="F3F4F5"/>
                    </a:solidFill>
                  </a:tcPr>
                </a:tc>
                <a:tc>
                  <a:txBody>
                    <a:bodyPr/>
                    <a:lstStyle/>
                    <a:p>
                      <a:r>
                        <a:rPr sz="1300">
                          <a:solidFill>
                            <a:srgbClr val="060E1D"/>
                          </a:solidFill>
                        </a:rPr>
                        <a:t>walker propagation, overlaps (JAX)</a:t>
                      </a:r>
                    </a:p>
                  </a:txBody>
                  <a:tcPr marL="109728" marR="109728" marT="54864" marB="54864" anchor="ctr">
                    <a:solidFill>
                      <a:srgbClr val="F3F4F5"/>
                    </a:solidFill>
                  </a:tcPr>
                </a:tc>
                <a:tc>
                  <a:txBody>
                    <a:bodyPr/>
                    <a:lstStyle/>
                    <a:p>
                      <a:r>
                        <a:rPr sz="1300">
                          <a:solidFill>
                            <a:srgbClr val="060E1D"/>
                          </a:solidFill>
                        </a:rPr>
                        <a:t>H₈ on IQM Emerald · 2606.19239</a:t>
                      </a:r>
                    </a:p>
                  </a:txBody>
                  <a:tcPr marL="109728" marR="109728" marT="54864" marB="54864" anchor="ctr">
                    <a:solidFill>
                      <a:srgbClr val="F3F4F5"/>
                    </a:solidFill>
                  </a:tcPr>
                </a:tc>
              </a:tr>
              <a:tr h="566928">
                <a:tc>
                  <a:txBody>
                    <a:bodyPr/>
                    <a:lstStyle/>
                    <a:p>
                      <a:r>
                        <a:rPr sz="1300">
                          <a:solidFill>
                            <a:srgbClr val="060E1D"/>
                          </a:solidFill>
                        </a:rPr>
                        <a:t>OVQITE</a:t>
                      </a:r>
                    </a:p>
                  </a:txBody>
                  <a:tcPr marL="109728" marR="109728" marT="54864" marB="54864" anchor="ctr">
                    <a:solidFill>
                      <a:srgbClr val="FFFFFF"/>
                    </a:solidFill>
                  </a:tcPr>
                </a:tc>
                <a:tc>
                  <a:txBody>
                    <a:bodyPr/>
                    <a:lstStyle/>
                    <a:p>
                      <a:r>
                        <a:rPr sz="1300">
                          <a:solidFill>
                            <a:srgbClr val="060E1D"/>
                          </a:solidFill>
                        </a:rPr>
                        <a:t>operator-projected measurements</a:t>
                      </a:r>
                    </a:p>
                  </a:txBody>
                  <a:tcPr marL="109728" marR="109728" marT="54864" marB="54864" anchor="ctr">
                    <a:solidFill>
                      <a:srgbClr val="FFFFFF"/>
                    </a:solidFill>
                  </a:tcPr>
                </a:tc>
                <a:tc>
                  <a:txBody>
                    <a:bodyPr/>
                    <a:lstStyle/>
                    <a:p>
                      <a:r>
                        <a:rPr sz="1300">
                          <a:solidFill>
                            <a:srgbClr val="060E1D"/>
                          </a:solidFill>
                        </a:rPr>
                        <a:t>linear solve per time step</a:t>
                      </a:r>
                    </a:p>
                  </a:txBody>
                  <a:tcPr marL="109728" marR="109728" marT="54864" marB="54864" anchor="ctr">
                    <a:solidFill>
                      <a:srgbClr val="FFFFFF"/>
                    </a:solidFill>
                  </a:tcPr>
                </a:tc>
                <a:tc>
                  <a:txBody>
                    <a:bodyPr/>
                    <a:lstStyle/>
                    <a:p>
                      <a:r>
                        <a:rPr sz="1300">
                          <a:solidFill>
                            <a:srgbClr val="060E1D"/>
                          </a:solidFill>
                        </a:rPr>
                        <a:t>~100× fewer shots · 2409.12018</a:t>
                      </a:r>
                    </a:p>
                  </a:txBody>
                  <a:tcPr marL="109728" marR="109728" marT="54864" marB="54864" anchor="ctr">
                    <a:solidFill>
                      <a:srgbClr val="FFFFFF"/>
                    </a:solidFill>
                  </a:tcPr>
                </a:tc>
              </a:tr>
              <a:tr h="566928">
                <a:tc>
                  <a:txBody>
                    <a:bodyPr/>
                    <a:lstStyle/>
                    <a:p>
                      <a:r>
                        <a:rPr sz="1300">
                          <a:solidFill>
                            <a:srgbClr val="060E1D"/>
                          </a:solidFill>
                        </a:rPr>
                        <a:t>Augmented imaginary-time evolution</a:t>
                      </a:r>
                    </a:p>
                  </a:txBody>
                  <a:tcPr marL="109728" marR="109728" marT="54864" marB="54864" anchor="ctr">
                    <a:solidFill>
                      <a:srgbClr val="F3F4F5"/>
                    </a:solidFill>
                  </a:tcPr>
                </a:tc>
                <a:tc>
                  <a:txBody>
                    <a:bodyPr/>
                    <a:lstStyle/>
                    <a:p>
                      <a:r>
                        <a:rPr sz="1300">
                          <a:solidFill>
                            <a:srgbClr val="060E1D"/>
                          </a:solidFill>
                        </a:rPr>
                        <a:t>shallow state preparation</a:t>
                      </a:r>
                    </a:p>
                  </a:txBody>
                  <a:tcPr marL="109728" marR="109728" marT="54864" marB="54864" anchor="ctr">
                    <a:solidFill>
                      <a:srgbClr val="F3F4F5"/>
                    </a:solidFill>
                  </a:tcPr>
                </a:tc>
                <a:tc>
                  <a:txBody>
                    <a:bodyPr/>
                    <a:lstStyle/>
                    <a:p>
                      <a:r>
                        <a:rPr sz="1300">
                          <a:solidFill>
                            <a:srgbClr val="060E1D"/>
                          </a:solidFill>
                        </a:rPr>
                        <a:t>augmented ITE update</a:t>
                      </a:r>
                    </a:p>
                  </a:txBody>
                  <a:tcPr marL="109728" marR="109728" marT="54864" marB="54864" anchor="ctr">
                    <a:solidFill>
                      <a:srgbClr val="F3F4F5"/>
                    </a:solidFill>
                  </a:tcPr>
                </a:tc>
                <a:tc>
                  <a:txBody>
                    <a:bodyPr/>
                    <a:lstStyle/>
                    <a:p>
                      <a:r>
                        <a:rPr sz="1300">
                          <a:solidFill>
                            <a:srgbClr val="060E1D"/>
                          </a:solidFill>
                        </a:rPr>
                        <a:t>H chains · 2606.23934</a:t>
                      </a:r>
                    </a:p>
                  </a:txBody>
                  <a:tcPr marL="109728" marR="109728" marT="54864" marB="54864" anchor="ctr">
                    <a:solidFill>
                      <a:srgbClr val="F3F4F5"/>
                    </a:solidFill>
                  </a:tcPr>
                </a:tc>
              </a:tr>
              <a:tr h="566928">
                <a:tc>
                  <a:txBody>
                    <a:bodyPr/>
                    <a:lstStyle/>
                    <a:p>
                      <a:r>
                        <a:rPr sz="1300">
                          <a:solidFill>
                            <a:srgbClr val="060E1D"/>
                          </a:solidFill>
                        </a:rPr>
                        <a:t>Randomized block encoding</a:t>
                      </a:r>
                    </a:p>
                  </a:txBody>
                  <a:tcPr marL="109728" marR="109728" marT="54864" marB="54864" anchor="ctr">
                    <a:solidFill>
                      <a:srgbClr val="FFFFFF"/>
                    </a:solidFill>
                  </a:tcPr>
                </a:tc>
                <a:tc>
                  <a:txBody>
                    <a:bodyPr/>
                    <a:lstStyle/>
                    <a:p>
                      <a:r>
                        <a:rPr sz="1300">
                          <a:solidFill>
                            <a:srgbClr val="060E1D"/>
                          </a:solidFill>
                        </a:rPr>
                        <a:t>functions f(H) of a Hamiltonian</a:t>
                      </a:r>
                    </a:p>
                  </a:txBody>
                  <a:tcPr marL="109728" marR="109728" marT="54864" marB="54864" anchor="ctr">
                    <a:solidFill>
                      <a:srgbClr val="FFFFFF"/>
                    </a:solidFill>
                  </a:tcPr>
                </a:tc>
                <a:tc>
                  <a:txBody>
                    <a:bodyPr/>
                    <a:lstStyle/>
                    <a:p>
                      <a:r>
                        <a:rPr sz="1300">
                          <a:solidFill>
                            <a:srgbClr val="060E1D"/>
                          </a:solidFill>
                        </a:rPr>
                        <a:t>sampling, estimation</a:t>
                      </a:r>
                    </a:p>
                  </a:txBody>
                  <a:tcPr marL="109728" marR="109728" marT="54864" marB="54864" anchor="ctr">
                    <a:solidFill>
                      <a:srgbClr val="FFFFFF"/>
                    </a:solidFill>
                  </a:tcPr>
                </a:tc>
                <a:tc>
                  <a:txBody>
                    <a:bodyPr/>
                    <a:lstStyle/>
                    <a:p>
                      <a:r>
                        <a:rPr sz="1300">
                          <a:solidFill>
                            <a:srgbClr val="060E1D"/>
                          </a:solidFill>
                        </a:rPr>
                        <a:t>CERN, Google, IQM · 2604.07448</a:t>
                      </a:r>
                    </a:p>
                  </a:txBody>
                  <a:tcPr marL="109728" marR="109728" marT="54864" marB="54864" anchor="ctr">
                    <a:solidFill>
                      <a:srgbClr val="FFFFFF"/>
                    </a:solidFill>
                  </a:tcPr>
                </a:tc>
              </a:tr>
              <a:tr h="566928">
                <a:tc>
                  <a:txBody>
                    <a:bodyPr/>
                    <a:lstStyle/>
                    <a:p>
                      <a:r>
                        <a:rPr sz="1300">
                          <a:solidFill>
                            <a:srgbClr val="060E1D"/>
                          </a:solidFill>
                        </a:rPr>
                        <a:t>Variational real-time dynamics</a:t>
                      </a:r>
                    </a:p>
                  </a:txBody>
                  <a:tcPr marL="109728" marR="109728" marT="54864" marB="54864" anchor="ctr">
                    <a:solidFill>
                      <a:srgbClr val="F3F4F5"/>
                    </a:solidFill>
                  </a:tcPr>
                </a:tc>
                <a:tc>
                  <a:txBody>
                    <a:bodyPr/>
                    <a:lstStyle/>
                    <a:p>
                      <a:r>
                        <a:rPr sz="1300">
                          <a:solidFill>
                            <a:srgbClr val="060E1D"/>
                          </a:solidFill>
                        </a:rPr>
                        <a:t>reduced operator manifold</a:t>
                      </a:r>
                    </a:p>
                  </a:txBody>
                  <a:tcPr marL="109728" marR="109728" marT="54864" marB="54864" anchor="ctr">
                    <a:solidFill>
                      <a:srgbClr val="F3F4F5"/>
                    </a:solidFill>
                  </a:tcPr>
                </a:tc>
                <a:tc>
                  <a:txBody>
                    <a:bodyPr/>
                    <a:lstStyle/>
                    <a:p>
                      <a:r>
                        <a:rPr sz="1300">
                          <a:solidFill>
                            <a:srgbClr val="060E1D"/>
                          </a:solidFill>
                        </a:rPr>
                        <a:t>equations of motion</a:t>
                      </a:r>
                    </a:p>
                  </a:txBody>
                  <a:tcPr marL="109728" marR="109728" marT="54864" marB="54864" anchor="ctr">
                    <a:solidFill>
                      <a:srgbClr val="F3F4F5"/>
                    </a:solidFill>
                  </a:tcPr>
                </a:tc>
                <a:tc>
                  <a:txBody>
                    <a:bodyPr/>
                    <a:lstStyle/>
                    <a:p>
                      <a:r>
                        <a:rPr sz="1300">
                          <a:solidFill>
                            <a:srgbClr val="060E1D"/>
                          </a:solidFill>
                        </a:rPr>
                        <a:t>2609.15272</a:t>
                      </a:r>
                    </a:p>
                  </a:txBody>
                  <a:tcPr marL="109728" marR="109728" marT="54864" marB="54864" anchor="ctr">
                    <a:solidFill>
                      <a:srgbClr val="F3F4F5"/>
                    </a:solidFill>
                  </a:tcPr>
                </a:tc>
              </a:tr>
            </a:tbl>
          </a:graphicData>
        </a:graphic>
      </p:graphicFrame>
      <p:sp>
        <p:nvSpPr>
          <p:cNvPr id="4" name="Text Placeholder 3"/>
          <p:cNvSpPr>
            <a:spLocks noGrp="1"/>
          </p:cNvSpPr>
          <p:nvPr>
            <p:ph type="body" idx="104"/>
          </p:nvPr>
        </p:nvSpPr>
        <p:spPr/>
        <p:txBody>
          <a:bodyPr/>
          <a:lstStyle/>
          <a:p>
            <a:r>
              <a:t>Source: IQM Simulation team publications</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Hybrid loops on IQM hardware</a:t>
            </a:r>
          </a:p>
        </p:txBody>
      </p:sp>
      <p:sp>
        <p:nvSpPr>
          <p:cNvPr id="4" name="Text Placeholder 3"/>
          <p:cNvSpPr>
            <a:spLocks noGrp="1"/>
          </p:cNvSpPr>
          <p:nvPr>
            <p:ph type="body" idx="102"/>
          </p:nvPr>
        </p:nvSpPr>
        <p:spPr/>
        <p:txBody>
          <a:bodyPr/>
          <a:lstStyle/>
          <a:p>
            <a:r>
              <a:t>Ghost-Gutzwiller + QSCI on IQM Garnet</a:t>
            </a:r>
          </a:p>
        </p:txBody>
      </p:sp>
      <p:sp>
        <p:nvSpPr>
          <p:cNvPr id="5" name="Text Placeholder 4"/>
          <p:cNvSpPr>
            <a:spLocks noGrp="1"/>
          </p:cNvSpPr>
          <p:nvPr>
            <p:ph type="body" idx="103"/>
          </p:nvPr>
        </p:nvSpPr>
        <p:spPr/>
        <p:txBody>
          <a:bodyPr/>
          <a:lstStyle/>
          <a:p>
            <a:r>
              <a:t>The full embedding loop converged on hardware (Sriluckshmy, Jamet, Šimkovic, arXiv:2506.21431)</a:t>
            </a:r>
          </a:p>
        </p:txBody>
      </p:sp>
      <p:sp>
        <p:nvSpPr>
          <p:cNvPr id="7" name="Text Placeholder 6"/>
          <p:cNvSpPr>
            <a:spLocks noGrp="1"/>
          </p:cNvSpPr>
          <p:nvPr>
            <p:ph type="body" idx="105"/>
          </p:nvPr>
        </p:nvSpPr>
        <p:spPr/>
        <p:txBody>
          <a:bodyPr/>
          <a:lstStyle/>
          <a:p>
            <a:r>
              <a:t>QC-AFQMC, H₈ on IQM Emerald</a:t>
            </a:r>
          </a:p>
        </p:txBody>
      </p:sp>
      <p:sp>
        <p:nvSpPr>
          <p:cNvPr id="8" name="Text Placeholder 7"/>
          <p:cNvSpPr>
            <a:spLocks noGrp="1"/>
          </p:cNvSpPr>
          <p:nvPr>
            <p:ph type="body" idx="106"/>
          </p:nvPr>
        </p:nvSpPr>
        <p:spPr/>
        <p:txBody>
          <a:bodyPr/>
          <a:lstStyle/>
          <a:p>
            <a:r>
              <a:t>16 qubits, stable over 600 imaginary-time steps (Nappi, Kiser, Šimkovic, arXiv:2606.19239)</a:t>
            </a:r>
          </a:p>
        </p:txBody>
      </p:sp>
      <p:sp>
        <p:nvSpPr>
          <p:cNvPr id="10" name="Rounded Rectangle 9"/>
          <p:cNvSpPr/>
          <p:nvPr/>
        </p:nvSpPr>
        <p:spPr>
          <a:xfrm>
            <a:off x="634594" y="1691640"/>
            <a:ext cx="5323637" cy="2468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p>
        </p:txBody>
      </p:sp>
      <p:pic>
        <p:nvPicPr>
          <p:cNvPr id="11" name="Picture 10" descr="gg_garnet.jpg"/>
          <p:cNvPicPr>
            <a:picLocks noChangeAspect="1"/>
          </p:cNvPicPr>
          <p:nvPr/>
        </p:nvPicPr>
        <p:blipFill>
          <a:blip r:embed="rId2"/>
          <a:stretch>
            <a:fillRect/>
          </a:stretch>
        </p:blipFill>
        <p:spPr>
          <a:xfrm>
            <a:off x="1474898" y="1783080"/>
            <a:ext cx="3643027" cy="2286000"/>
          </a:xfrm>
          <a:prstGeom prst="rect">
            <a:avLst/>
          </a:prstGeom>
        </p:spPr>
      </p:pic>
      <p:sp>
        <p:nvSpPr>
          <p:cNvPr id="12" name="Rounded Rectangle 11"/>
          <p:cNvSpPr/>
          <p:nvPr/>
        </p:nvSpPr>
        <p:spPr>
          <a:xfrm>
            <a:off x="6233465" y="1691640"/>
            <a:ext cx="5323637" cy="2468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p>
        </p:txBody>
      </p:sp>
      <p:pic>
        <p:nvPicPr>
          <p:cNvPr id="13" name="Picture 12" descr="afqmc_h8.jpg"/>
          <p:cNvPicPr>
            <a:picLocks noChangeAspect="1"/>
          </p:cNvPicPr>
          <p:nvPr/>
        </p:nvPicPr>
        <p:blipFill>
          <a:blip r:embed="rId3"/>
          <a:stretch>
            <a:fillRect/>
          </a:stretch>
        </p:blipFill>
        <p:spPr>
          <a:xfrm>
            <a:off x="7285408" y="1783080"/>
            <a:ext cx="3219750" cy="2286000"/>
          </a:xfrm>
          <a:prstGeom prst="rect">
            <a:avLst/>
          </a:prstGeom>
        </p:spPr>
      </p:pic>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Fewer shots, fewer round trips</a:t>
            </a:r>
          </a:p>
        </p:txBody>
      </p:sp>
      <p:sp>
        <p:nvSpPr>
          <p:cNvPr id="4" name="Text Placeholder 3"/>
          <p:cNvSpPr>
            <a:spLocks noGrp="1"/>
          </p:cNvSpPr>
          <p:nvPr>
            <p:ph type="body" idx="102"/>
          </p:nvPr>
        </p:nvSpPr>
        <p:spPr/>
        <p:txBody>
          <a:bodyPr/>
          <a:lstStyle/>
          <a:p>
            <a:r>
              <a:t>OVQITE</a:t>
            </a:r>
          </a:p>
        </p:txBody>
      </p:sp>
      <p:sp>
        <p:nvSpPr>
          <p:cNvPr id="5" name="Text Placeholder 4"/>
          <p:cNvSpPr>
            <a:spLocks noGrp="1"/>
          </p:cNvSpPr>
          <p:nvPr>
            <p:ph type="body" idx="103"/>
          </p:nvPr>
        </p:nvSpPr>
        <p:spPr/>
        <p:txBody>
          <a:bodyPr/>
          <a:lstStyle/>
          <a:p>
            <a:r>
              <a:t>About two orders of magnitude fewer measurements than VQITE at the same accuracy (arXiv:2409.12018)</a:t>
            </a:r>
          </a:p>
        </p:txBody>
      </p:sp>
      <p:sp>
        <p:nvSpPr>
          <p:cNvPr id="7" name="Text Placeholder 6"/>
          <p:cNvSpPr>
            <a:spLocks noGrp="1"/>
          </p:cNvSpPr>
          <p:nvPr>
            <p:ph type="body" idx="105"/>
          </p:nvPr>
        </p:nvSpPr>
        <p:spPr/>
        <p:txBody>
          <a:bodyPr/>
          <a:lstStyle/>
          <a:p>
            <a:r>
              <a:t>Augmented imaginary-time evolution</a:t>
            </a:r>
          </a:p>
        </p:txBody>
      </p:sp>
      <p:sp>
        <p:nvSpPr>
          <p:cNvPr id="8" name="Text Placeholder 7"/>
          <p:cNvSpPr>
            <a:spLocks noGrp="1"/>
          </p:cNvSpPr>
          <p:nvPr>
            <p:ph type="body" idx="106"/>
          </p:nvPr>
        </p:nvSpPr>
        <p:spPr/>
        <p:txBody>
          <a:bodyPr/>
          <a:lstStyle/>
          <a:p>
            <a:r>
              <a:t>Converges at finite imaginary time instead of only asymptotically (arXiv:2606.23934)</a:t>
            </a:r>
          </a:p>
        </p:txBody>
      </p:sp>
      <p:sp>
        <p:nvSpPr>
          <p:cNvPr id="10" name="Rounded Rectangle 9"/>
          <p:cNvSpPr/>
          <p:nvPr/>
        </p:nvSpPr>
        <p:spPr>
          <a:xfrm>
            <a:off x="634594" y="1691640"/>
            <a:ext cx="5323637" cy="2468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p>
        </p:txBody>
      </p:sp>
      <p:pic>
        <p:nvPicPr>
          <p:cNvPr id="11" name="Picture 10" descr="ovqite.jpg"/>
          <p:cNvPicPr>
            <a:picLocks noChangeAspect="1"/>
          </p:cNvPicPr>
          <p:nvPr/>
        </p:nvPicPr>
        <p:blipFill>
          <a:blip r:embed="rId2"/>
          <a:stretch>
            <a:fillRect/>
          </a:stretch>
        </p:blipFill>
        <p:spPr>
          <a:xfrm>
            <a:off x="1686881" y="1783080"/>
            <a:ext cx="3219061" cy="2286000"/>
          </a:xfrm>
          <a:prstGeom prst="rect">
            <a:avLst/>
          </a:prstGeom>
        </p:spPr>
      </p:pic>
      <p:sp>
        <p:nvSpPr>
          <p:cNvPr id="12" name="Rounded Rectangle 11"/>
          <p:cNvSpPr/>
          <p:nvPr/>
        </p:nvSpPr>
        <p:spPr>
          <a:xfrm>
            <a:off x="6233465" y="1691640"/>
            <a:ext cx="5323637" cy="2468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p>
        </p:txBody>
      </p:sp>
      <p:pic>
        <p:nvPicPr>
          <p:cNvPr id="13" name="Picture 12" descr="aite.jpg"/>
          <p:cNvPicPr>
            <a:picLocks noChangeAspect="1"/>
          </p:cNvPicPr>
          <p:nvPr/>
        </p:nvPicPr>
        <p:blipFill>
          <a:blip r:embed="rId3"/>
          <a:stretch>
            <a:fillRect/>
          </a:stretch>
        </p:blipFill>
        <p:spPr>
          <a:xfrm>
            <a:off x="6403730" y="1783080"/>
            <a:ext cx="4983106" cy="2286000"/>
          </a:xfrm>
          <a:prstGeom prst="rect">
            <a:avLst/>
          </a:prstGeom>
        </p:spPr>
      </p:pic>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Time to solution ≈ iterations × round trip</a:t>
            </a:r>
          </a:p>
        </p:txBody>
      </p:sp>
      <p:sp>
        <p:nvSpPr>
          <p:cNvPr id="3" name="Text Placeholder 2"/>
          <p:cNvSpPr>
            <a:spLocks noGrp="1"/>
          </p:cNvSpPr>
          <p:nvPr>
            <p:ph type="body" idx="101"/>
          </p:nvPr>
        </p:nvSpPr>
        <p:spPr/>
        <p:txBody>
          <a:bodyPr/>
          <a:lstStyle/>
          <a:p>
            <a:r>
              <a:t>Each step removes waiting</a:t>
            </a:r>
          </a:p>
        </p:txBody>
      </p:sp>
      <p:sp>
        <p:nvSpPr>
          <p:cNvPr id="4" name="Text Placeholder 3"/>
          <p:cNvSpPr>
            <a:spLocks noGrp="1"/>
          </p:cNvSpPr>
          <p:nvPr>
            <p:ph type="body" idx="102"/>
          </p:nvPr>
        </p:nvSpPr>
        <p:spPr/>
        <p:txBody>
          <a:bodyPr/>
          <a:lstStyle/>
          <a:p>
            <a:r>
              <a:rPr b="1"/>
              <a:t>Today, cloud:</a:t>
            </a:r>
            <a:r>
              <a:t> seconds per hop; fine for exploration</a:t>
            </a:r>
          </a:p>
          <a:p>
            <a:r>
              <a:rPr b="1"/>
              <a:t>Next, QPU as a Slurm node:</a:t>
            </a:r>
            <a:r>
              <a:t> no WAN, co-scheduled with GPUs</a:t>
            </a:r>
          </a:p>
          <a:p>
            <a:r>
              <a:rPr b="1"/>
              <a:t>Then, real-time coupling:</a:t>
            </a:r>
            <a:r>
              <a:t> microseconds, as QEC requires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07</a:t>
            </a:r>
          </a:p>
        </p:txBody>
      </p:sp>
      <p:sp>
        <p:nvSpPr>
          <p:cNvPr id="3" name="Title 2"/>
          <p:cNvSpPr>
            <a:spLocks noGrp="1"/>
          </p:cNvSpPr>
          <p:nvPr>
            <p:ph type="title" idx="101"/>
          </p:nvPr>
        </p:nvSpPr>
        <p:spPr/>
        <p:txBody>
          <a:bodyPr/>
          <a:lstStyle/>
          <a:p>
            <a:r>
              <a:t>Tight integration for QEC</a:t>
            </a:r>
          </a:p>
        </p:txBody>
      </p:sp>
      <p:sp>
        <p:nvSpPr>
          <p:cNvPr id="4" name="TextBox 3"/>
          <p:cNvSpPr txBox="1"/>
          <p:nvPr/>
        </p:nvSpPr>
        <p:spPr>
          <a:xfrm>
            <a:off x="630936" y="4937760"/>
            <a:ext cx="6766560" cy="822960"/>
          </a:xfrm>
          <a:prstGeom prst="rect">
            <a:avLst/>
          </a:prstGeom>
          <a:noFill/>
        </p:spPr>
        <p:txBody>
          <a:bodyPr wrap="square" anchor="t" lIns="0" rIns="0">
            <a:spAutoFit/>
          </a:bodyPr>
          <a:lstStyle/>
          <a:p>
            <a:pPr algn="l">
              <a:spcAft>
                <a:spcPts val="400"/>
              </a:spcAft>
            </a:pPr>
            <a:r>
              <a:rPr b="1" sz="1600">
                <a:solidFill>
                  <a:srgbClr val="C9CED6"/>
                </a:solidFill>
              </a:rPr>
              <a:t>Block 7 · 15 min</a:t>
            </a:r>
          </a:p>
          <a:p>
            <a:pPr algn="l">
              <a:spcAft>
                <a:spcPts val="400"/>
              </a:spcAft>
            </a:pPr>
            <a:r>
              <a:rPr sz="1600">
                <a:solidFill>
                  <a:srgbClr val="C9CED6"/>
                </a:solidFill>
              </a:rPr>
              <a:t>Logical qubits need a decoder that keeps up with every round: an HPC problem with a microsecond deadline.</a:t>
            </a:r>
          </a:p>
        </p:txBody>
      </p:sp>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FFFFFF"/>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Error correction is a real-time HPC loop</a:t>
            </a:r>
          </a:p>
        </p:txBody>
      </p:sp>
      <p:sp>
        <p:nvSpPr>
          <p:cNvPr id="3" name="Text Placeholder 2"/>
          <p:cNvSpPr>
            <a:spLocks noGrp="1"/>
          </p:cNvSpPr>
          <p:nvPr>
            <p:ph type="body" idx="104"/>
          </p:nvPr>
        </p:nvSpPr>
        <p:spPr/>
        <p:txBody>
          <a:bodyPr/>
          <a:lstStyle/>
          <a:p>
            <a:r>
              <a:t>1</a:t>
            </a:r>
          </a:p>
        </p:txBody>
      </p:sp>
      <p:sp>
        <p:nvSpPr>
          <p:cNvPr id="4" name="Text Placeholder 3"/>
          <p:cNvSpPr>
            <a:spLocks noGrp="1"/>
          </p:cNvSpPr>
          <p:nvPr>
            <p:ph type="body" idx="105"/>
          </p:nvPr>
        </p:nvSpPr>
        <p:spPr/>
        <p:txBody>
          <a:bodyPr/>
          <a:lstStyle/>
          <a:p>
            <a:r>
              <a:t>Measure</a:t>
            </a:r>
          </a:p>
        </p:txBody>
      </p:sp>
      <p:sp>
        <p:nvSpPr>
          <p:cNvPr id="5" name="Text Placeholder 4"/>
          <p:cNvSpPr>
            <a:spLocks noGrp="1"/>
          </p:cNvSpPr>
          <p:nvPr>
            <p:ph type="body" idx="106"/>
          </p:nvPr>
        </p:nvSpPr>
        <p:spPr/>
        <p:txBody>
          <a:bodyPr/>
          <a:lstStyle/>
          <a:p>
            <a:r>
              <a:t>Syndrome bits from ancilla qubits, every round</a:t>
            </a:r>
          </a:p>
        </p:txBody>
      </p:sp>
      <p:sp>
        <p:nvSpPr>
          <p:cNvPr id="6" name="Text Placeholder 5"/>
          <p:cNvSpPr>
            <a:spLocks noGrp="1"/>
          </p:cNvSpPr>
          <p:nvPr>
            <p:ph type="body" idx="109"/>
          </p:nvPr>
        </p:nvSpPr>
        <p:spPr/>
        <p:txBody>
          <a:bodyPr/>
          <a:lstStyle/>
          <a:p>
            <a:r>
              <a:t>2</a:t>
            </a:r>
          </a:p>
        </p:txBody>
      </p:sp>
      <p:sp>
        <p:nvSpPr>
          <p:cNvPr id="7" name="Text Placeholder 6"/>
          <p:cNvSpPr>
            <a:spLocks noGrp="1"/>
          </p:cNvSpPr>
          <p:nvPr>
            <p:ph type="body" idx="110"/>
          </p:nvPr>
        </p:nvSpPr>
        <p:spPr/>
        <p:txBody>
          <a:bodyPr/>
          <a:lstStyle/>
          <a:p>
            <a:r>
              <a:t>Stream</a:t>
            </a:r>
          </a:p>
        </p:txBody>
      </p:sp>
      <p:sp>
        <p:nvSpPr>
          <p:cNvPr id="8" name="Text Placeholder 7"/>
          <p:cNvSpPr>
            <a:spLocks noGrp="1"/>
          </p:cNvSpPr>
          <p:nvPr>
            <p:ph type="body" idx="111"/>
          </p:nvPr>
        </p:nvSpPr>
        <p:spPr/>
        <p:txBody>
          <a:bodyPr/>
          <a:lstStyle/>
          <a:p>
            <a:r>
              <a:t>Control electronics → GPU over a low-latency link (RDMA)</a:t>
            </a:r>
          </a:p>
        </p:txBody>
      </p:sp>
      <p:sp>
        <p:nvSpPr>
          <p:cNvPr id="9" name="Text Placeholder 8"/>
          <p:cNvSpPr>
            <a:spLocks noGrp="1"/>
          </p:cNvSpPr>
          <p:nvPr>
            <p:ph type="body" idx="114"/>
          </p:nvPr>
        </p:nvSpPr>
        <p:spPr/>
        <p:txBody>
          <a:bodyPr/>
          <a:lstStyle/>
          <a:p>
            <a:r>
              <a:t>3</a:t>
            </a:r>
          </a:p>
        </p:txBody>
      </p:sp>
      <p:sp>
        <p:nvSpPr>
          <p:cNvPr id="10" name="Text Placeholder 9"/>
          <p:cNvSpPr>
            <a:spLocks noGrp="1"/>
          </p:cNvSpPr>
          <p:nvPr>
            <p:ph type="body" idx="115"/>
          </p:nvPr>
        </p:nvSpPr>
        <p:spPr/>
        <p:txBody>
          <a:bodyPr/>
          <a:lstStyle/>
          <a:p>
            <a:r>
              <a:t>Decode</a:t>
            </a:r>
          </a:p>
        </p:txBody>
      </p:sp>
      <p:sp>
        <p:nvSpPr>
          <p:cNvPr id="11" name="Text Placeholder 10"/>
          <p:cNvSpPr>
            <a:spLocks noGrp="1"/>
          </p:cNvSpPr>
          <p:nvPr>
            <p:ph type="body" idx="116"/>
          </p:nvPr>
        </p:nvSpPr>
        <p:spPr/>
        <p:txBody>
          <a:bodyPr/>
          <a:lstStyle/>
          <a:p>
            <a:r>
              <a:t>Matching or ML decoder on GPUs infers the errors</a:t>
            </a:r>
          </a:p>
        </p:txBody>
      </p:sp>
      <p:sp>
        <p:nvSpPr>
          <p:cNvPr id="12" name="Text Placeholder 11"/>
          <p:cNvSpPr>
            <a:spLocks noGrp="1"/>
          </p:cNvSpPr>
          <p:nvPr>
            <p:ph type="body" idx="119"/>
          </p:nvPr>
        </p:nvSpPr>
        <p:spPr/>
        <p:txBody>
          <a:bodyPr/>
          <a:lstStyle/>
          <a:p>
            <a:r>
              <a:t>4</a:t>
            </a:r>
          </a:p>
        </p:txBody>
      </p:sp>
      <p:sp>
        <p:nvSpPr>
          <p:cNvPr id="13" name="Text Placeholder 12"/>
          <p:cNvSpPr>
            <a:spLocks noGrp="1"/>
          </p:cNvSpPr>
          <p:nvPr>
            <p:ph type="body" idx="120"/>
          </p:nvPr>
        </p:nvSpPr>
        <p:spPr/>
        <p:txBody>
          <a:bodyPr/>
          <a:lstStyle/>
          <a:p>
            <a:r>
              <a:t>Correct</a:t>
            </a:r>
          </a:p>
        </p:txBody>
      </p:sp>
      <p:sp>
        <p:nvSpPr>
          <p:cNvPr id="14" name="Text Placeholder 13"/>
          <p:cNvSpPr>
            <a:spLocks noGrp="1"/>
          </p:cNvSpPr>
          <p:nvPr>
            <p:ph type="body" idx="121"/>
          </p:nvPr>
        </p:nvSpPr>
        <p:spPr/>
        <p:txBody>
          <a:bodyPr/>
          <a:lstStyle/>
          <a:p>
            <a:r>
              <a:t>Update the Pauli frame or feed back before the next round</a:t>
            </a:r>
          </a:p>
        </p:txBody>
      </p:sp>
      <p:sp>
        <p:nvSpPr>
          <p:cNvPr id="15" name="Text Placeholder 14"/>
          <p:cNvSpPr>
            <a:spLocks noGrp="1"/>
          </p:cNvSpPr>
          <p:nvPr>
            <p:ph type="body" idx="122"/>
          </p:nvPr>
        </p:nvSpPr>
        <p:spPr/>
        <p:txBody>
          <a:bodyPr/>
          <a:lstStyle/>
          <a:p>
            <a:r>
              <a:t>If the decoder falls behind the round rate, a backlog builds and logical operations stall</a:t>
            </a:r>
          </a:p>
        </p:txBody>
      </p:sp>
      <p:sp>
        <p:nvSpPr>
          <p:cNvPr id="28"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a:lstStyle/>
          <a:p>
            <a:r>
              <a:t>QEC building blocks</a:t>
            </a:r>
          </a:p>
        </p:txBody>
      </p:sp>
      <p:sp>
        <p:nvSpPr>
          <p:cNvPr id="3" name="Text Placeholder 2"/>
          <p:cNvSpPr>
            <a:spLocks noGrp="1"/>
          </p:cNvSpPr>
          <p:nvPr>
            <p:ph type="body" idx="102"/>
          </p:nvPr>
        </p:nvSpPr>
        <p:spPr/>
        <p:txBody>
          <a:bodyPr/>
          <a:lstStyle/>
          <a:p>
            <a:r>
              <a:t>Hardware</a:t>
            </a:r>
          </a:p>
        </p:txBody>
      </p:sp>
      <p:sp>
        <p:nvSpPr>
          <p:cNvPr id="4" name="Text Placeholder 3"/>
          <p:cNvSpPr>
            <a:spLocks noGrp="1"/>
          </p:cNvSpPr>
          <p:nvPr>
            <p:ph type="body" idx="103"/>
          </p:nvPr>
        </p:nvSpPr>
        <p:spPr/>
        <p:txBody>
          <a:bodyPr/>
          <a:lstStyle/>
          <a:p>
            <a:r>
              <a:t>Crystal square lattices with tunable couplers map natively onto the surface code</a:t>
            </a:r>
          </a:p>
        </p:txBody>
      </p:sp>
      <p:sp>
        <p:nvSpPr>
          <p:cNvPr id="5" name="Text Placeholder 4"/>
          <p:cNvSpPr>
            <a:spLocks noGrp="1"/>
          </p:cNvSpPr>
          <p:nvPr>
            <p:ph type="body" idx="105"/>
          </p:nvPr>
        </p:nvSpPr>
        <p:spPr/>
        <p:txBody>
          <a:bodyPr/>
          <a:lstStyle/>
          <a:p>
            <a:r>
              <a:t>Real time</a:t>
            </a:r>
          </a:p>
        </p:txBody>
      </p:sp>
      <p:sp>
        <p:nvSpPr>
          <p:cNvPr id="6" name="Text Placeholder 5"/>
          <p:cNvSpPr>
            <a:spLocks noGrp="1"/>
          </p:cNvSpPr>
          <p:nvPr>
            <p:ph type="body" idx="106"/>
          </p:nvPr>
        </p:nvSpPr>
        <p:spPr/>
        <p:txBody>
          <a:bodyPr/>
          <a:lstStyle/>
          <a:p>
            <a:r>
              <a:t>20-qubit IQM QPU + Zurich Instruments ZQCS + NVIDIA NVQLink GPU decoding: under 4 µs end to end</a:t>
            </a:r>
          </a:p>
        </p:txBody>
      </p:sp>
      <p:sp>
        <p:nvSpPr>
          <p:cNvPr id="7" name="Text Placeholder 6"/>
          <p:cNvSpPr>
            <a:spLocks noGrp="1"/>
          </p:cNvSpPr>
          <p:nvPr>
            <p:ph type="body" idx="108"/>
          </p:nvPr>
        </p:nvSpPr>
        <p:spPr/>
        <p:txBody>
          <a:bodyPr/>
          <a:lstStyle/>
          <a:p>
            <a:r>
              <a:t>Try it</a:t>
            </a:r>
          </a:p>
        </p:txBody>
      </p:sp>
      <p:sp>
        <p:nvSpPr>
          <p:cNvPr id="8" name="Text Placeholder 7"/>
          <p:cNvSpPr>
            <a:spLocks noGrp="1"/>
          </p:cNvSpPr>
          <p:nvPr>
            <p:ph type="body" idx="109"/>
          </p:nvPr>
        </p:nvSpPr>
        <p:spPr/>
        <p:txBody>
          <a:bodyPr/>
          <a:lstStyle/>
          <a:p>
            <a:r>
              <a:t>IQM Academy QEC memory experiment with Qrisp on IQM Emerald; fermion-to-qubit codes with growing distance from IQM's simulation team</a:t>
            </a:r>
          </a:p>
        </p:txBody>
      </p:sp>
      <p:sp>
        <p:nvSpPr>
          <p:cNvPr id="9" name="Text Placeholder 8"/>
          <p:cNvSpPr>
            <a:spLocks noGrp="1"/>
          </p:cNvSpPr>
          <p:nvPr>
            <p:ph type="body" idx="110"/>
          </p:nvPr>
        </p:nvSpPr>
        <p:spPr/>
        <p:txBody>
          <a:bodyPr/>
          <a:lstStyle/>
          <a:p>
            <a:r>
              <a:t>Real-time QEC demonstrator, March 2026</a:t>
            </a:r>
          </a:p>
        </p:txBody>
      </p:sp>
      <p:sp>
        <p:nvSpPr>
          <p:cNvPr id="10" name="Text Placeholder 9"/>
          <p:cNvSpPr>
            <a:spLocks noGrp="1"/>
          </p:cNvSpPr>
          <p:nvPr>
            <p:ph type="body" idx="111"/>
          </p:nvPr>
        </p:nvSpPr>
        <p:spPr/>
        <p:txBody>
          <a:bodyPr/>
          <a:lstStyle/>
          <a:p>
            <a:r>
              <a:t>IQM · Zurich Instruments · NVIDIA</a:t>
            </a:r>
          </a:p>
        </p:txBody>
      </p:sp>
      <p:sp>
        <p:nvSpPr>
          <p:cNvPr id="12" name="Text Placeholder 11"/>
          <p:cNvSpPr>
            <a:spLocks noGrp="1"/>
          </p:cNvSpPr>
          <p:nvPr>
            <p:ph type="body" idx="115"/>
          </p:nvPr>
        </p:nvSpPr>
        <p:spPr/>
        <p:txBody>
          <a:bodyPr/>
          <a:lstStyle/>
          <a:p>
            <a:r>
              <a:t>IQM press release, 16 Mar 2026</a:t>
            </a:r>
          </a:p>
        </p:txBody>
      </p:sp>
      <p:sp>
        <p:nvSpPr>
          <p:cNvPr id="13" name="Rounded Rectangle 12"/>
          <p:cNvSpPr/>
          <p:nvPr/>
        </p:nvSpPr>
        <p:spPr>
          <a:xfrm>
            <a:off x="7315200" y="1463040"/>
            <a:ext cx="4241902" cy="4297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p>
        </p:txBody>
      </p:sp>
      <p:pic>
        <p:nvPicPr>
          <p:cNvPr id="14" name="Picture 13" descr="garnet_topology.jpg"/>
          <p:cNvPicPr>
            <a:picLocks noChangeAspect="1"/>
          </p:cNvPicPr>
          <p:nvPr/>
        </p:nvPicPr>
        <p:blipFill>
          <a:blip r:embed="rId2"/>
          <a:stretch>
            <a:fillRect/>
          </a:stretch>
        </p:blipFill>
        <p:spPr>
          <a:xfrm>
            <a:off x="7852002" y="1554480"/>
            <a:ext cx="3168296" cy="4114800"/>
          </a:xfrm>
          <a:prstGeom prst="rect">
            <a:avLst/>
          </a:prstGeom>
        </p:spPr>
      </p:pic>
      <p:sp>
        <p:nvSpPr>
          <p:cNvPr id="25" name="Slide Number Placeholder 0"/>
          <p:cNvSpPr>
            <a:spLocks noGrp="1"/>
          </p:cNvSpPr>
          <p:nvPr>
            <p:ph type="sldNum" sz="quarter" idx="4294967295"/>
          </p:nvPr>
        </p:nvSpPr>
        <p:spPr>
          <a:xfrm>
            <a:off x="6217920"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What HPC centres can prepare now</a:t>
            </a:r>
          </a:p>
        </p:txBody>
      </p:sp>
      <p:graphicFrame>
        <p:nvGraphicFramePr>
          <p:cNvPr id="3" name="Table Placeholder 2"/>
          <p:cNvGraphicFramePr>
            <a:graphicFrameLocks noGrp="1"/>
          </p:cNvGraphicFramePr>
          <p:nvPr>
            <p:ph type="tbl" idx="101"/>
          </p:nvPr>
        </p:nvGraphicFramePr>
        <p:xfrm>
          <a:off x="634594" y="1691640"/>
          <a:ext cx="10922507" cy="3401568"/>
        </p:xfrm>
        <a:graphic>
          <a:graphicData uri="http://schemas.openxmlformats.org/drawingml/2006/table">
            <a:tbl>
              <a:tblPr firstRow="1" bandRow="1">
                <a:tableStyleId>{5C22544A-7EE6-4342-B048-85BDC9FD1C3A}</a:tableStyleId>
              </a:tblPr>
              <a:tblGrid>
                <a:gridCol w="1966051"/>
                <a:gridCol w="4150553"/>
                <a:gridCol w="4805903"/>
              </a:tblGrid>
              <a:tr h="566928">
                <a:tc>
                  <a:txBody>
                    <a:bodyPr/>
                    <a:lstStyle/>
                    <a:p>
                      <a:r>
                        <a:rPr sz="1400" b="1">
                          <a:solidFill>
                            <a:srgbClr val="FFFFFF"/>
                          </a:solidFill>
                        </a:rPr>
                        <a:t>Layer</a:t>
                      </a:r>
                    </a:p>
                  </a:txBody>
                  <a:tcPr marL="109728" marR="109728" marT="54864" marB="54864" anchor="ctr">
                    <a:solidFill>
                      <a:srgbClr val="060E1D"/>
                    </a:solidFill>
                  </a:tcPr>
                </a:tc>
                <a:tc>
                  <a:txBody>
                    <a:bodyPr/>
                    <a:lstStyle/>
                    <a:p>
                      <a:r>
                        <a:rPr sz="1400" b="1">
                          <a:solidFill>
                            <a:srgbClr val="FFFFFF"/>
                          </a:solidFill>
                        </a:rPr>
                        <a:t>Today (hybrid, NISQ)</a:t>
                      </a:r>
                    </a:p>
                  </a:txBody>
                  <a:tcPr marL="109728" marR="109728" marT="54864" marB="54864" anchor="ctr">
                    <a:solidFill>
                      <a:srgbClr val="060E1D"/>
                    </a:solidFill>
                  </a:tcPr>
                </a:tc>
                <a:tc>
                  <a:txBody>
                    <a:bodyPr/>
                    <a:lstStyle/>
                    <a:p>
                      <a:r>
                        <a:rPr sz="1400" b="1">
                          <a:solidFill>
                            <a:srgbClr val="FFFFFF"/>
                          </a:solidFill>
                        </a:rPr>
                        <a:t>Error-corrected era</a:t>
                      </a:r>
                    </a:p>
                  </a:txBody>
                  <a:tcPr marL="109728" marR="109728" marT="54864" marB="54864" anchor="ctr">
                    <a:solidFill>
                      <a:srgbClr val="060E1D"/>
                    </a:solidFill>
                  </a:tcPr>
                </a:tc>
              </a:tr>
              <a:tr h="566928">
                <a:tc>
                  <a:txBody>
                    <a:bodyPr/>
                    <a:lstStyle/>
                    <a:p>
                      <a:r>
                        <a:rPr sz="1400">
                          <a:solidFill>
                            <a:srgbClr val="060E1D"/>
                          </a:solidFill>
                        </a:rPr>
                        <a:t>Interface</a:t>
                      </a:r>
                    </a:p>
                  </a:txBody>
                  <a:tcPr marL="109728" marR="109728" marT="54864" marB="54864" anchor="ctr">
                    <a:solidFill>
                      <a:srgbClr val="FFFFFF"/>
                    </a:solidFill>
                  </a:tcPr>
                </a:tc>
                <a:tc>
                  <a:txBody>
                    <a:bodyPr/>
                    <a:lstStyle/>
                    <a:p>
                      <a:r>
                        <a:rPr sz="1400">
                          <a:solidFill>
                            <a:srgbClr val="060E1D"/>
                          </a:solidFill>
                        </a:rPr>
                        <a:t>QDMI: session, query, job</a:t>
                      </a:r>
                    </a:p>
                  </a:txBody>
                  <a:tcPr marL="109728" marR="109728" marT="54864" marB="54864" anchor="ctr">
                    <a:solidFill>
                      <a:srgbClr val="FFFFFF"/>
                    </a:solidFill>
                  </a:tcPr>
                </a:tc>
                <a:tc>
                  <a:txBody>
                    <a:bodyPr/>
                    <a:lstStyle/>
                    <a:p>
                      <a:r>
                        <a:rPr sz="1400">
                          <a:solidFill>
                            <a:srgbClr val="060E1D"/>
                          </a:solidFill>
                        </a:rPr>
                        <a:t>plus streaming and real-time extensions</a:t>
                      </a:r>
                    </a:p>
                  </a:txBody>
                  <a:tcPr marL="109728" marR="109728" marT="54864" marB="54864" anchor="ctr">
                    <a:solidFill>
                      <a:srgbClr val="FFFFFF"/>
                    </a:solidFill>
                  </a:tcPr>
                </a:tc>
              </a:tr>
              <a:tr h="566928">
                <a:tc>
                  <a:txBody>
                    <a:bodyPr/>
                    <a:lstStyle/>
                    <a:p>
                      <a:r>
                        <a:rPr sz="1400">
                          <a:solidFill>
                            <a:srgbClr val="060E1D"/>
                          </a:solidFill>
                        </a:rPr>
                        <a:t>Scheduler</a:t>
                      </a:r>
                    </a:p>
                  </a:txBody>
                  <a:tcPr marL="109728" marR="109728" marT="54864" marB="54864" anchor="ctr">
                    <a:solidFill>
                      <a:srgbClr val="F3F4F5"/>
                    </a:solidFill>
                  </a:tcPr>
                </a:tc>
                <a:tc>
                  <a:txBody>
                    <a:bodyPr/>
                    <a:lstStyle/>
                    <a:p>
                      <a:r>
                        <a:rPr sz="1400">
                          <a:solidFill>
                            <a:srgbClr val="060E1D"/>
                          </a:solidFill>
                        </a:rPr>
                        <a:t>partitions, device licences, afterok chains</a:t>
                      </a:r>
                    </a:p>
                  </a:txBody>
                  <a:tcPr marL="109728" marR="109728" marT="54864" marB="54864" anchor="ctr">
                    <a:solidFill>
                      <a:srgbClr val="F3F4F5"/>
                    </a:solidFill>
                  </a:tcPr>
                </a:tc>
                <a:tc>
                  <a:txBody>
                    <a:bodyPr/>
                    <a:lstStyle/>
                    <a:p>
                      <a:r>
                        <a:rPr sz="1400">
                          <a:solidFill>
                            <a:srgbClr val="060E1D"/>
                          </a:solidFill>
                        </a:rPr>
                        <a:t>heterogeneous co-allocation of QPU + GPU</a:t>
                      </a:r>
                    </a:p>
                  </a:txBody>
                  <a:tcPr marL="109728" marR="109728" marT="54864" marB="54864" anchor="ctr">
                    <a:solidFill>
                      <a:srgbClr val="F3F4F5"/>
                    </a:solidFill>
                  </a:tcPr>
                </a:tc>
              </a:tr>
              <a:tr h="566928">
                <a:tc>
                  <a:txBody>
                    <a:bodyPr/>
                    <a:lstStyle/>
                    <a:p>
                      <a:r>
                        <a:rPr sz="1400">
                          <a:solidFill>
                            <a:srgbClr val="060E1D"/>
                          </a:solidFill>
                        </a:rPr>
                        <a:t>Interconnect</a:t>
                      </a:r>
                    </a:p>
                  </a:txBody>
                  <a:tcPr marL="109728" marR="109728" marT="54864" marB="54864" anchor="ctr">
                    <a:solidFill>
                      <a:srgbClr val="FFFFFF"/>
                    </a:solidFill>
                  </a:tcPr>
                </a:tc>
                <a:tc>
                  <a:txBody>
                    <a:bodyPr/>
                    <a:lstStyle/>
                    <a:p>
                      <a:r>
                        <a:rPr sz="1400">
                          <a:solidFill>
                            <a:srgbClr val="060E1D"/>
                          </a:solidFill>
                        </a:rPr>
                        <a:t>HTTPS to cloud, LAN on-prem</a:t>
                      </a:r>
                    </a:p>
                  </a:txBody>
                  <a:tcPr marL="109728" marR="109728" marT="54864" marB="54864" anchor="ctr">
                    <a:solidFill>
                      <a:srgbClr val="FFFFFF"/>
                    </a:solidFill>
                  </a:tcPr>
                </a:tc>
                <a:tc>
                  <a:txBody>
                    <a:bodyPr/>
                    <a:lstStyle/>
                    <a:p>
                      <a:r>
                        <a:rPr sz="1400">
                          <a:solidFill>
                            <a:srgbClr val="060E1D"/>
                          </a:solidFill>
                        </a:rPr>
                        <a:t>µs-latency fabric (RDMA) to control electronics</a:t>
                      </a:r>
                    </a:p>
                  </a:txBody>
                  <a:tcPr marL="109728" marR="109728" marT="54864" marB="54864" anchor="ctr">
                    <a:solidFill>
                      <a:srgbClr val="FFFFFF"/>
                    </a:solidFill>
                  </a:tcPr>
                </a:tc>
              </a:tr>
              <a:tr h="566928">
                <a:tc>
                  <a:txBody>
                    <a:bodyPr/>
                    <a:lstStyle/>
                    <a:p>
                      <a:r>
                        <a:rPr sz="1400">
                          <a:solidFill>
                            <a:srgbClr val="060E1D"/>
                          </a:solidFill>
                        </a:rPr>
                        <a:t>Accelerators</a:t>
                      </a:r>
                    </a:p>
                  </a:txBody>
                  <a:tcPr marL="109728" marR="109728" marT="54864" marB="54864" anchor="ctr">
                    <a:solidFill>
                      <a:srgbClr val="F3F4F5"/>
                    </a:solidFill>
                  </a:tcPr>
                </a:tc>
                <a:tc>
                  <a:txBody>
                    <a:bodyPr/>
                    <a:lstStyle/>
                    <a:p>
                      <a:r>
                        <a:rPr sz="1400">
                          <a:solidFill>
                            <a:srgbClr val="060E1D"/>
                          </a:solidFill>
                        </a:rPr>
                        <a:t>GPUs for post-processing (QSCI, AFQMC)</a:t>
                      </a:r>
                    </a:p>
                  </a:txBody>
                  <a:tcPr marL="109728" marR="109728" marT="54864" marB="54864" anchor="ctr">
                    <a:solidFill>
                      <a:srgbClr val="F3F4F5"/>
                    </a:solidFill>
                  </a:tcPr>
                </a:tc>
                <a:tc>
                  <a:txBody>
                    <a:bodyPr/>
                    <a:lstStyle/>
                    <a:p>
                      <a:r>
                        <a:rPr sz="1400">
                          <a:solidFill>
                            <a:srgbClr val="060E1D"/>
                          </a:solidFill>
                        </a:rPr>
                        <a:t>GPUs/FPGAs as always-on decoders</a:t>
                      </a:r>
                    </a:p>
                  </a:txBody>
                  <a:tcPr marL="109728" marR="109728" marT="54864" marB="54864" anchor="ctr">
                    <a:solidFill>
                      <a:srgbClr val="F3F4F5"/>
                    </a:solidFill>
                  </a:tcPr>
                </a:tc>
              </a:tr>
              <a:tr h="566928">
                <a:tc>
                  <a:txBody>
                    <a:bodyPr/>
                    <a:lstStyle/>
                    <a:p>
                      <a:r>
                        <a:rPr sz="1400">
                          <a:solidFill>
                            <a:srgbClr val="060E1D"/>
                          </a:solidFill>
                        </a:rPr>
                        <a:t>Operations</a:t>
                      </a:r>
                    </a:p>
                  </a:txBody>
                  <a:tcPr marL="109728" marR="109728" marT="54864" marB="54864" anchor="ctr">
                    <a:solidFill>
                      <a:srgbClr val="FFFFFF"/>
                    </a:solidFill>
                  </a:tcPr>
                </a:tc>
                <a:tc>
                  <a:txBody>
                    <a:bodyPr/>
                    <a:lstStyle/>
                    <a:p>
                      <a:r>
                        <a:rPr sz="1400">
                          <a:solidFill>
                            <a:srgbClr val="060E1D"/>
                          </a:solidFill>
                        </a:rPr>
                        <a:t>calibration as scheduled jobs</a:t>
                      </a:r>
                    </a:p>
                  </a:txBody>
                  <a:tcPr marL="109728" marR="109728" marT="54864" marB="54864" anchor="ctr">
                    <a:solidFill>
                      <a:srgbClr val="FFFFFF"/>
                    </a:solidFill>
                  </a:tcPr>
                </a:tc>
                <a:tc>
                  <a:txBody>
                    <a:bodyPr/>
                    <a:lstStyle/>
                    <a:p>
                      <a:r>
                        <a:rPr sz="1400">
                          <a:solidFill>
                            <a:srgbClr val="060E1D"/>
                          </a:solidFill>
                        </a:rPr>
                        <a:t>calibration and decoding as services</a:t>
                      </a:r>
                    </a:p>
                  </a:txBody>
                  <a:tcPr marL="109728" marR="109728" marT="54864" marB="54864" anchor="ctr">
                    <a:solidFill>
                      <a:srgbClr val="FFFFFF"/>
                    </a:solidFill>
                  </a:tcPr>
                </a:tc>
              </a:tr>
            </a:tbl>
          </a:graphicData>
        </a:graphic>
      </p:graphicFrame>
      <p:sp>
        <p:nvSpPr>
          <p:cNvPr id="4" name="Text Placeholder 3"/>
          <p:cNvSpPr>
            <a:spLocks noGrp="1"/>
          </p:cNvSpPr>
          <p:nvPr>
            <p:ph type="body" idx="104"/>
          </p:nvPr>
        </p:nvSpPr>
        <p:spPr/>
        <p:txBody>
          <a:bodyPr/>
          <a:lstStyle/>
          <a:p>
            <a:r>
              <a:t>Start loose (Lab 1), then integrate on-prem: every step reuses the same user code</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Three things to take home</a:t>
            </a:r>
          </a:p>
        </p:txBody>
      </p:sp>
      <p:sp>
        <p:nvSpPr>
          <p:cNvPr id="3" name="Text Placeholder 2"/>
          <p:cNvSpPr>
            <a:spLocks noGrp="1"/>
          </p:cNvSpPr>
          <p:nvPr>
            <p:ph type="body" idx="102"/>
          </p:nvPr>
        </p:nvSpPr>
        <p:spPr/>
        <p:txBody>
          <a:bodyPr/>
          <a:lstStyle/>
          <a:p>
            <a:r>
              <a:t>1</a:t>
            </a:r>
          </a:p>
        </p:txBody>
      </p:sp>
      <p:sp>
        <p:nvSpPr>
          <p:cNvPr id="4" name="Text Placeholder 3"/>
          <p:cNvSpPr>
            <a:spLocks noGrp="1"/>
          </p:cNvSpPr>
          <p:nvPr>
            <p:ph type="body" idx="103"/>
          </p:nvPr>
        </p:nvSpPr>
        <p:spPr/>
        <p:txBody>
          <a:bodyPr/>
          <a:lstStyle/>
          <a:p>
            <a:r>
              <a:t>A QPU is an accelerator</a:t>
            </a:r>
          </a:p>
        </p:txBody>
      </p:sp>
      <p:sp>
        <p:nvSpPr>
          <p:cNvPr id="5" name="Text Placeholder 4"/>
          <p:cNvSpPr>
            <a:spLocks noGrp="1"/>
          </p:cNvSpPr>
          <p:nvPr>
            <p:ph type="body" idx="104"/>
          </p:nvPr>
        </p:nvSpPr>
        <p:spPr/>
        <p:txBody>
          <a:bodyPr/>
          <a:lstStyle/>
          <a:p>
            <a:r>
              <a:t>Partitions, licences and accounting: the HPC playbook applies.</a:t>
            </a:r>
          </a:p>
        </p:txBody>
      </p:sp>
      <p:sp>
        <p:nvSpPr>
          <p:cNvPr id="6" name="Text Placeholder 5"/>
          <p:cNvSpPr>
            <a:spLocks noGrp="1"/>
          </p:cNvSpPr>
          <p:nvPr>
            <p:ph type="body" idx="106"/>
          </p:nvPr>
        </p:nvSpPr>
        <p:spPr/>
        <p:txBody>
          <a:bodyPr/>
          <a:lstStyle/>
          <a:p>
            <a:r>
              <a:t>2</a:t>
            </a:r>
          </a:p>
        </p:txBody>
      </p:sp>
      <p:sp>
        <p:nvSpPr>
          <p:cNvPr id="7" name="Text Placeholder 6"/>
          <p:cNvSpPr>
            <a:spLocks noGrp="1"/>
          </p:cNvSpPr>
          <p:nvPr>
            <p:ph type="body" idx="107"/>
          </p:nvPr>
        </p:nvSpPr>
        <p:spPr/>
        <p:txBody>
          <a:bodyPr/>
          <a:lstStyle/>
          <a:p>
            <a:r>
              <a:t>QDMI keeps code stable</a:t>
            </a:r>
          </a:p>
        </p:txBody>
      </p:sp>
      <p:sp>
        <p:nvSpPr>
          <p:cNvPr id="8" name="Text Placeholder 7"/>
          <p:cNvSpPr>
            <a:spLocks noGrp="1"/>
          </p:cNvSpPr>
          <p:nvPr>
            <p:ph type="body" idx="108"/>
          </p:nvPr>
        </p:nvSpPr>
        <p:spPr/>
        <p:txBody>
          <a:bodyPr/>
          <a:lstStyle/>
          <a:p>
            <a:r>
              <a:t>Laptop, Resonance, on-prem Radiance, Slurm: the same application.</a:t>
            </a:r>
          </a:p>
        </p:txBody>
      </p:sp>
      <p:sp>
        <p:nvSpPr>
          <p:cNvPr id="9" name="Text Placeholder 8"/>
          <p:cNvSpPr>
            <a:spLocks noGrp="1"/>
          </p:cNvSpPr>
          <p:nvPr>
            <p:ph type="body" idx="110"/>
          </p:nvPr>
        </p:nvSpPr>
        <p:spPr/>
        <p:txBody>
          <a:bodyPr/>
          <a:lstStyle/>
          <a:p>
            <a:r>
              <a:t>3</a:t>
            </a:r>
          </a:p>
        </p:txBody>
      </p:sp>
      <p:sp>
        <p:nvSpPr>
          <p:cNvPr id="10" name="Text Placeholder 9"/>
          <p:cNvSpPr>
            <a:spLocks noGrp="1"/>
          </p:cNvSpPr>
          <p:nvPr>
            <p:ph type="body" idx="111"/>
          </p:nvPr>
        </p:nvSpPr>
        <p:spPr/>
        <p:txBody>
          <a:bodyPr/>
          <a:lstStyle/>
          <a:p>
            <a:r>
              <a:t>Coupling must tighten</a:t>
            </a:r>
          </a:p>
        </p:txBody>
      </p:sp>
      <p:sp>
        <p:nvSpPr>
          <p:cNvPr id="11" name="Text Placeholder 10"/>
          <p:cNvSpPr>
            <a:spLocks noGrp="1"/>
          </p:cNvSpPr>
          <p:nvPr>
            <p:ph type="body" idx="112"/>
          </p:nvPr>
        </p:nvSpPr>
        <p:spPr/>
        <p:txBody>
          <a:bodyPr/>
          <a:lstStyle/>
          <a:p>
            <a:r>
              <a:t>Seconds today, co-scheduling next, microseconds for error correction.</a:t>
            </a:r>
          </a:p>
        </p:txBody>
      </p:sp>
      <p:sp>
        <p:nvSpPr>
          <p:cNvPr id="25" name="Slide Number Placeholder 0"/>
          <p:cNvSpPr>
            <a:spLocks noGrp="1"/>
          </p:cNvSpPr>
          <p:nvPr>
            <p:ph type="sldNum" sz="quarter" idx="4294967295"/>
          </p:nvPr>
        </p:nvSpPr>
        <p:spPr>
          <a:xfrm>
            <a:off x="11191342" y="6254496"/>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lnSpc>
                <a:spcPct val="80000"/>
              </a:lnSpc>
              <a:defRPr sz="800">
                <a:solidFill>
                  <a:srgbClr val="060E1D"/>
                </a:solidFill>
                <a:latin typeface="Aptos"/>
                <a:ea typeface="Aptos"/>
                <a:cs typeface="Aptos"/>
              </a:defRPr>
            </a:lvl1pPr>
          </a:lstStyle>
          <a:p>
            <a:pPr algn="r">
              <a:lnSpc>
                <a:spcPct val="80000"/>
              </a:lnSpc>
            </a:pPr>
            <a:fld id="{F7021451-1387-4CA6-816F-3879F97B5CBC}" type="slidenum">
              <a:rPr lang="en-US" b="0"/>
              <a:t>‹#›</a:t>
            </a:fld>
            <a:endParaRPr lang="en-US"/>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Thank you</a:t>
            </a:r>
          </a:p>
        </p:txBody>
      </p:sp>
      <p:sp>
        <p:nvSpPr>
          <p:cNvPr id="3" name="Text Placeholder 2"/>
          <p:cNvSpPr>
            <a:spLocks noGrp="1"/>
          </p:cNvSpPr>
          <p:nvPr>
            <p:ph type="body" idx="101"/>
          </p:nvPr>
        </p:nvSpPr>
        <p:spPr/>
        <p:txBody>
          <a:bodyPr/>
          <a:lstStyle/>
          <a:p>
            <a:r>
              <a:t>Questions, and where to go next</a:t>
            </a:r>
          </a:p>
        </p:txBody>
      </p:sp>
      <p:sp>
        <p:nvSpPr>
          <p:cNvPr id="4" name="Text Placeholder 3"/>
          <p:cNvSpPr>
            <a:spLocks noGrp="1"/>
          </p:cNvSpPr>
          <p:nvPr>
            <p:ph type="body" idx="102"/>
          </p:nvPr>
        </p:nvSpPr>
        <p:spPr/>
        <p:txBody>
          <a:bodyPr/>
          <a:lstStyle/>
          <a:p>
            <a:r>
              <a:t>resonance.meetiqm.com · qrisp.eu</a:t>
            </a:r>
          </a:p>
          <a:p>
            <a:r>
              <a:t>iqmacademy.com · arXiv:2604.19869</a:t>
            </a:r>
          </a:p>
          <a:p>
            <a:r>
              <a:t>github.com/iqm-finland/QDMI-on-IQM</a:t>
            </a:r>
          </a:p>
          <a:p>
            <a:r>
              <a:t>Workshop repo: [repo URL]</a:t>
            </a:r>
          </a:p>
        </p:txBody>
      </p:sp>
    </p:spTree>
  </p:cSld>
  <p:clrMapOvr>
    <a:masterClrMapping/>
  </p:clrMapOvr>
</p:sld>
</file>

<file path=ppt/theme/theme1.xml><?xml version="1.0" encoding="utf-8"?>
<a:theme xmlns:a="http://schemas.openxmlformats.org/drawingml/2006/main" name="IQM">
  <a:themeElements>
    <a:clrScheme name="IQM">
      <a:dk1>
        <a:srgbClr val="060E1D"/>
      </a:dk1>
      <a:lt1>
        <a:srgbClr val="FFFFFF"/>
      </a:lt1>
      <a:dk2>
        <a:srgbClr val="16212F"/>
      </a:dk2>
      <a:lt2>
        <a:srgbClr val="EFEFEF"/>
      </a:lt2>
      <a:accent1>
        <a:srgbClr val="69DED7"/>
      </a:accent1>
      <a:accent2>
        <a:srgbClr val="2253AF"/>
      </a:accent2>
      <a:accent3>
        <a:srgbClr val="E63780"/>
      </a:accent3>
      <a:accent4>
        <a:srgbClr val="E66833"/>
      </a:accent4>
      <a:accent5>
        <a:srgbClr val="8E7DE3"/>
      </a:accent5>
      <a:accent6>
        <a:srgbClr val="5B6472"/>
      </a:accent6>
      <a:hlink>
        <a:srgbClr val="2253AF"/>
      </a:hlink>
      <a:folHlink>
        <a:srgbClr val="8E7DE3"/>
      </a:folHlink>
    </a:clrScheme>
    <a:fontScheme name="IQM">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7C6C4C7DB6CF94E9D97E5AF7397AAF1" ma:contentTypeVersion="15" ma:contentTypeDescription="Create a new document." ma:contentTypeScope="" ma:versionID="02a580e1607b2315323114a08075a887">
  <xsd:schema xmlns:xsd="http://www.w3.org/2001/XMLSchema" xmlns:xs="http://www.w3.org/2001/XMLSchema" xmlns:p="http://schemas.microsoft.com/office/2006/metadata/properties" xmlns:ns2="dd488bd6-4c9c-48ac-954c-ac502069181e" xmlns:ns3="3f467ace-2979-4c44-858d-86d286d2b2a0" targetNamespace="http://schemas.microsoft.com/office/2006/metadata/properties" ma:root="true" ma:fieldsID="56165ad393bb4a8d5e49c854675fde43" ns2:_="" ns3:_="">
    <xsd:import namespace="dd488bd6-4c9c-48ac-954c-ac502069181e"/>
    <xsd:import namespace="3f467ace-2979-4c44-858d-86d286d2b2a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3:SharedWithUsers" minOccurs="0"/>
                <xsd:element ref="ns3:SharedWithDetails" minOccurs="0"/>
                <xsd:element ref="ns2:MediaServiceSearchPropertie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488bd6-4c9c-48ac-954c-ac50206918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85c79c7-5875-4055-bd74-70dd6073a5cd"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f467ace-2979-4c44-858d-86d286d2b2a0"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6dd809e5-5cf4-4412-8722-46361aaae9d7}" ma:internalName="TaxCatchAll" ma:showField="CatchAllData" ma:web="3f467ace-2979-4c44-858d-86d286d2b2a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3f467ace-2979-4c44-858d-86d286d2b2a0" xsi:nil="true"/>
    <lcf76f155ced4ddcb4097134ff3c332f xmlns="dd488bd6-4c9c-48ac-954c-ac502069181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8AC5E25-E09B-46F0-AD03-225946C3E9E3}">
  <ds:schemaRefs>
    <ds:schemaRef ds:uri="http://schemas.microsoft.com/sharepoint/v3/contenttype/forms"/>
  </ds:schemaRefs>
</ds:datastoreItem>
</file>

<file path=customXml/itemProps2.xml><?xml version="1.0" encoding="utf-8"?>
<ds:datastoreItem xmlns:ds="http://schemas.openxmlformats.org/officeDocument/2006/customXml" ds:itemID="{A1C5635E-780F-4D53-89FC-A9B8BA8300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d488bd6-4c9c-48ac-954c-ac502069181e"/>
    <ds:schemaRef ds:uri="3f467ace-2979-4c44-858d-86d286d2b2a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8DAE773-282E-40F9-88CF-95307DC2B713}">
  <ds:schemaRefs>
    <ds:schemaRef ds:uri="3f467ace-2979-4c44-858d-86d286d2b2a0"/>
    <ds:schemaRef ds:uri="dd488bd6-4c9c-48ac-954c-ac502069181e"/>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1079</TotalTime>
  <Words>355</Words>
  <Application>Microsoft Macintosh PowerPoint</Application>
  <PresentationFormat>Widescreen</PresentationFormat>
  <Paragraphs>50</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Aptos SemiBold</vt:lpstr>
      <vt:lpstr>Arial</vt:lpstr>
      <vt:lpstr>IQM</vt:lpstr>
      <vt:lpstr>Quantum hardware is precision handwork. We find that skill in places no one else is looking.</vt:lpstr>
      <vt:lpstr>Our quantum computers are built by watchmakers</vt:lpstr>
      <vt:lpstr>PowerPoint Presentation</vt:lpstr>
      <vt:lpstr>A system nearby grows talent no one planned for</vt:lpstr>
      <vt:lpstr>Make every Spark site a talent pipeline</vt:lpstr>
    </vt:vector>
  </TitlesOfParts>
  <Company>IQM Quantum Computers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IQM master template</dc:title>
  <dc:subject>PptxGenJS Presentation</dc:subject>
  <dc:creator>PptxGenJS</dc:creator>
  <cp:lastModifiedBy>Jeremiah Coleman</cp:lastModifiedBy>
  <cp:revision>4</cp:revision>
  <dcterms:created xsi:type="dcterms:W3CDTF">2026-10-18T13:05:52Z</dcterms:created>
  <dcterms:modified xsi:type="dcterms:W3CDTF">2026-10-22T14:14:46Z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0x010100C7C6C4C7DB6CF94E9D97E5AF7397AAF1</vt:lpwstr>
  </property>
  <property fmtid="{D5CDD505-2E9C-101B-9397-08002B2CF9AE}" pid="3" name="MediaServiceImageTags">
    <vt:lpwstr/>
  </property>
</Properties>
</file>